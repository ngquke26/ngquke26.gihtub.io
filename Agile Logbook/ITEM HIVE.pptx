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173C3-DBDF-444C-9A75-E4513A4B9B36}" v="236" dt="2026-07-22T12:39:26.242"/>
    <p1510:client id="{20B2C651-8CE6-42F4-B0D0-5D1C65B8F246}" v="92" dt="2026-07-22T12:20:13.036"/>
    <p1510:client id="{C93E83D1-6495-4D1E-A2C4-A99550495153}" v="44" dt="2026-07-22T12:52:05.95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000" b="0" i="0">
                <a:solidFill>
                  <a:schemeClr val="bg1"/>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000" b="0" i="0">
                <a:solidFill>
                  <a:srgbClr val="041C40"/>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rgbClr val="041C40"/>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bg1"/>
                </a:solidFill>
                <a:latin typeface="Calibri"/>
                <a:cs typeface="Calibri"/>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858018" y="1475773"/>
            <a:ext cx="6273165" cy="1635125"/>
          </a:xfrm>
          <a:prstGeom prst="rect">
            <a:avLst/>
          </a:prstGeom>
        </p:spPr>
        <p:txBody>
          <a:bodyPr wrap="square" lIns="0" tIns="0" rIns="0" bIns="0">
            <a:spAutoFit/>
          </a:bodyPr>
          <a:lstStyle>
            <a:lvl1pPr>
              <a:defRPr sz="6000" b="0" i="0">
                <a:solidFill>
                  <a:schemeClr val="bg1"/>
                </a:solidFill>
                <a:latin typeface="Calibri"/>
                <a:cs typeface="Calibri"/>
              </a:defRPr>
            </a:lvl1pPr>
          </a:lstStyle>
          <a:p>
            <a:endParaRPr/>
          </a:p>
        </p:txBody>
      </p:sp>
      <p:sp>
        <p:nvSpPr>
          <p:cNvPr id="3" name="Holder 3"/>
          <p:cNvSpPr>
            <a:spLocks noGrp="1"/>
          </p:cNvSpPr>
          <p:nvPr>
            <p:ph type="body" idx="1"/>
          </p:nvPr>
        </p:nvSpPr>
        <p:spPr>
          <a:xfrm>
            <a:off x="1596432" y="2105790"/>
            <a:ext cx="9017000" cy="2872104"/>
          </a:xfrm>
          <a:prstGeom prst="rect">
            <a:avLst/>
          </a:prstGeom>
        </p:spPr>
        <p:txBody>
          <a:bodyPr wrap="square" lIns="0" tIns="0" rIns="0" bIns="0">
            <a:spAutoFit/>
          </a:bodyPr>
          <a:lstStyle>
            <a:lvl1pPr>
              <a:defRPr sz="2000" b="0" i="0">
                <a:solidFill>
                  <a:srgbClr val="041C40"/>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jp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8.jp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30.png"/><Relationship Id="rId7" Type="http://schemas.openxmlformats.org/officeDocument/2006/relationships/image" Target="../media/image2.png"/><Relationship Id="rId2"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jp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8.jp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400BE5E9-78C5-C504-E422-EF1435C5964E}"/>
              </a:ext>
            </a:extLst>
          </p:cNvPr>
          <p:cNvSpPr/>
          <p:nvPr/>
        </p:nvSpPr>
        <p:spPr>
          <a:xfrm>
            <a:off x="1332079" y="6029740"/>
            <a:ext cx="4730316" cy="2924468"/>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ea typeface="Calibri"/>
              <a:cs typeface="Calibri"/>
            </a:endParaRPr>
          </a:p>
        </p:txBody>
      </p:sp>
      <p:sp>
        <p:nvSpPr>
          <p:cNvPr id="25" name="Rectangle: Rounded Corners 24">
            <a:extLst>
              <a:ext uri="{FF2B5EF4-FFF2-40B4-BE49-F238E27FC236}">
                <a16:creationId xmlns:a16="http://schemas.microsoft.com/office/drawing/2014/main" id="{996A6FBE-E7F6-B4A7-F159-1FA509C34465}"/>
              </a:ext>
            </a:extLst>
          </p:cNvPr>
          <p:cNvSpPr/>
          <p:nvPr/>
        </p:nvSpPr>
        <p:spPr>
          <a:xfrm>
            <a:off x="6481022" y="6062397"/>
            <a:ext cx="4730316" cy="2924468"/>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ea typeface="Calibri"/>
              <a:cs typeface="Calibri"/>
            </a:endParaRPr>
          </a:p>
        </p:txBody>
      </p:sp>
      <p:sp>
        <p:nvSpPr>
          <p:cNvPr id="20" name="Rectangle: Rounded Corners 19">
            <a:extLst>
              <a:ext uri="{FF2B5EF4-FFF2-40B4-BE49-F238E27FC236}">
                <a16:creationId xmlns:a16="http://schemas.microsoft.com/office/drawing/2014/main" id="{344D49D3-A539-2342-3067-8A517AC51966}"/>
              </a:ext>
            </a:extLst>
          </p:cNvPr>
          <p:cNvSpPr/>
          <p:nvPr/>
        </p:nvSpPr>
        <p:spPr>
          <a:xfrm>
            <a:off x="11553765" y="6029740"/>
            <a:ext cx="4730316" cy="2924468"/>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ea typeface="Calibri"/>
              <a:cs typeface="Calibri"/>
            </a:endParaRPr>
          </a:p>
        </p:txBody>
      </p:sp>
      <p:pic>
        <p:nvPicPr>
          <p:cNvPr id="2" name="object 2"/>
          <p:cNvPicPr/>
          <p:nvPr/>
        </p:nvPicPr>
        <p:blipFill>
          <a:blip r:embed="rId2" cstate="print"/>
          <a:stretch>
            <a:fillRect/>
          </a:stretch>
        </p:blipFill>
        <p:spPr>
          <a:xfrm>
            <a:off x="0" y="0"/>
            <a:ext cx="6791274" cy="4528613"/>
          </a:xfrm>
          <a:prstGeom prst="rect">
            <a:avLst/>
          </a:prstGeom>
        </p:spPr>
      </p:pic>
      <p:pic>
        <p:nvPicPr>
          <p:cNvPr id="3" name="object 3"/>
          <p:cNvPicPr/>
          <p:nvPr/>
        </p:nvPicPr>
        <p:blipFill>
          <a:blip r:embed="rId3" cstate="print"/>
          <a:stretch>
            <a:fillRect/>
          </a:stretch>
        </p:blipFill>
        <p:spPr>
          <a:xfrm>
            <a:off x="15674334" y="191177"/>
            <a:ext cx="2609849" cy="2581274"/>
          </a:xfrm>
          <a:prstGeom prst="rect">
            <a:avLst/>
          </a:prstGeom>
        </p:spPr>
      </p:pic>
      <p:sp>
        <p:nvSpPr>
          <p:cNvPr id="4" name="object 4" descr="$PPTXTitle"/>
          <p:cNvSpPr txBox="1">
            <a:spLocks noGrp="1"/>
          </p:cNvSpPr>
          <p:nvPr>
            <p:ph type="title"/>
          </p:nvPr>
        </p:nvSpPr>
        <p:spPr>
          <a:xfrm>
            <a:off x="10286723" y="1680106"/>
            <a:ext cx="4128770" cy="751488"/>
          </a:xfrm>
          <a:prstGeom prst="rect">
            <a:avLst/>
          </a:prstGeom>
        </p:spPr>
        <p:txBody>
          <a:bodyPr vert="horz" wrap="square" lIns="0" tIns="12700" rIns="0" bIns="0" rtlCol="0">
            <a:spAutoFit/>
          </a:bodyPr>
          <a:lstStyle/>
          <a:p>
            <a:pPr marL="12700">
              <a:lnSpc>
                <a:spcPct val="100000"/>
              </a:lnSpc>
              <a:spcBef>
                <a:spcPts val="100"/>
              </a:spcBef>
            </a:pPr>
            <a:r>
              <a:rPr sz="4800" spc="905">
                <a:solidFill>
                  <a:srgbClr val="0097B1"/>
                </a:solidFill>
                <a:latin typeface="Aptos Slab Black" panose="020B0004020202020204" pitchFamily="34" charset="0"/>
              </a:rPr>
              <a:t>ABOUT</a:t>
            </a:r>
            <a:r>
              <a:rPr sz="4800" spc="155">
                <a:solidFill>
                  <a:srgbClr val="0097B1"/>
                </a:solidFill>
                <a:latin typeface="Aptos Slab Black" panose="020B0004020202020204" pitchFamily="34" charset="0"/>
              </a:rPr>
              <a:t> </a:t>
            </a:r>
            <a:r>
              <a:rPr sz="4800" spc="990">
                <a:solidFill>
                  <a:srgbClr val="0097B1"/>
                </a:solidFill>
                <a:latin typeface="Aptos Slab Black" panose="020B0004020202020204" pitchFamily="34" charset="0"/>
              </a:rPr>
              <a:t>US</a:t>
            </a:r>
          </a:p>
        </p:txBody>
      </p:sp>
      <p:sp>
        <p:nvSpPr>
          <p:cNvPr id="5" name="object 5"/>
          <p:cNvSpPr txBox="1"/>
          <p:nvPr/>
        </p:nvSpPr>
        <p:spPr>
          <a:xfrm>
            <a:off x="13237801" y="5139485"/>
            <a:ext cx="1179285" cy="366767"/>
          </a:xfrm>
          <a:prstGeom prst="rect">
            <a:avLst/>
          </a:prstGeom>
        </p:spPr>
        <p:txBody>
          <a:bodyPr vert="horz" wrap="square" lIns="0" tIns="12700" rIns="0" bIns="0" rtlCol="0" anchor="t">
            <a:spAutoFit/>
          </a:bodyPr>
          <a:lstStyle/>
          <a:p>
            <a:pPr marL="12700">
              <a:lnSpc>
                <a:spcPct val="100000"/>
              </a:lnSpc>
              <a:spcBef>
                <a:spcPts val="100"/>
              </a:spcBef>
            </a:pPr>
            <a:r>
              <a:rPr sz="2300" b="1" spc="-225">
                <a:solidFill>
                  <a:srgbClr val="FF741F"/>
                </a:solidFill>
                <a:latin typeface="Lucida Sans Unicode"/>
                <a:cs typeface="Lucida Sans Unicode"/>
              </a:rPr>
              <a:t>VALUES</a:t>
            </a:r>
            <a:endParaRPr sz="2300" b="1">
              <a:latin typeface="Lucida Sans Unicode"/>
              <a:cs typeface="Lucida Sans Unicode"/>
            </a:endParaRPr>
          </a:p>
        </p:txBody>
      </p:sp>
      <p:pic>
        <p:nvPicPr>
          <p:cNvPr id="6" name="object 6"/>
          <p:cNvPicPr/>
          <p:nvPr/>
        </p:nvPicPr>
        <p:blipFill>
          <a:blip r:embed="rId4" cstate="print"/>
          <a:stretch>
            <a:fillRect/>
          </a:stretch>
        </p:blipFill>
        <p:spPr>
          <a:xfrm>
            <a:off x="1581622" y="6348788"/>
            <a:ext cx="85725" cy="85724"/>
          </a:xfrm>
          <a:prstGeom prst="rect">
            <a:avLst/>
          </a:prstGeom>
        </p:spPr>
      </p:pic>
      <p:pic>
        <p:nvPicPr>
          <p:cNvPr id="8" name="object 8"/>
          <p:cNvPicPr/>
          <p:nvPr/>
        </p:nvPicPr>
        <p:blipFill>
          <a:blip r:embed="rId4" cstate="print"/>
          <a:stretch>
            <a:fillRect/>
          </a:stretch>
        </p:blipFill>
        <p:spPr>
          <a:xfrm>
            <a:off x="6794134" y="6306508"/>
            <a:ext cx="85725" cy="85724"/>
          </a:xfrm>
          <a:prstGeom prst="rect">
            <a:avLst/>
          </a:prstGeom>
        </p:spPr>
      </p:pic>
      <p:pic>
        <p:nvPicPr>
          <p:cNvPr id="10" name="object 10"/>
          <p:cNvPicPr/>
          <p:nvPr/>
        </p:nvPicPr>
        <p:blipFill>
          <a:blip r:embed="rId4" cstate="print"/>
          <a:stretch>
            <a:fillRect/>
          </a:stretch>
        </p:blipFill>
        <p:spPr>
          <a:xfrm>
            <a:off x="11814947" y="6192114"/>
            <a:ext cx="85725" cy="85724"/>
          </a:xfrm>
          <a:prstGeom prst="rect">
            <a:avLst/>
          </a:prstGeom>
        </p:spPr>
      </p:pic>
      <p:sp>
        <p:nvSpPr>
          <p:cNvPr id="11" name="object 11"/>
          <p:cNvSpPr txBox="1"/>
          <p:nvPr/>
        </p:nvSpPr>
        <p:spPr>
          <a:xfrm>
            <a:off x="12205472" y="6062601"/>
            <a:ext cx="3235960" cy="2848216"/>
          </a:xfrm>
          <a:prstGeom prst="rect">
            <a:avLst/>
          </a:prstGeom>
        </p:spPr>
        <p:txBody>
          <a:bodyPr vert="horz" wrap="square" lIns="0" tIns="57785" rIns="0" bIns="0" rtlCol="0" anchor="t">
            <a:spAutoFit/>
          </a:bodyPr>
          <a:lstStyle/>
          <a:p>
            <a:pPr marL="12700" marR="283210">
              <a:lnSpc>
                <a:spcPts val="2180"/>
              </a:lnSpc>
              <a:spcBef>
                <a:spcPts val="455"/>
              </a:spcBef>
            </a:pPr>
            <a:r>
              <a:rPr sz="2100" spc="-175">
                <a:solidFill>
                  <a:srgbClr val="3A6A94"/>
                </a:solidFill>
                <a:latin typeface="Lucida Sans Unicode"/>
                <a:cs typeface="Lucida Sans Unicode"/>
              </a:rPr>
              <a:t>We</a:t>
            </a:r>
            <a:r>
              <a:rPr sz="2100" spc="-204">
                <a:solidFill>
                  <a:srgbClr val="3A6A94"/>
                </a:solidFill>
                <a:latin typeface="Lucida Sans Unicode"/>
                <a:cs typeface="Lucida Sans Unicode"/>
              </a:rPr>
              <a:t> </a:t>
            </a:r>
            <a:r>
              <a:rPr lang="en-US" sz="2100" spc="-50">
                <a:solidFill>
                  <a:srgbClr val="3A6A94"/>
                </a:solidFill>
                <a:latin typeface="Lucida Sans Unicode"/>
                <a:cs typeface="Lucida Sans Unicode"/>
              </a:rPr>
              <a:t>value</a:t>
            </a:r>
            <a:r>
              <a:rPr sz="2100" spc="-204">
                <a:solidFill>
                  <a:srgbClr val="3A6A94"/>
                </a:solidFill>
                <a:latin typeface="Lucida Sans Unicode"/>
                <a:cs typeface="Lucida Sans Unicode"/>
              </a:rPr>
              <a:t> </a:t>
            </a:r>
            <a:r>
              <a:rPr sz="2100" spc="-50">
                <a:solidFill>
                  <a:srgbClr val="3A6A94"/>
                </a:solidFill>
                <a:latin typeface="Lucida Sans Unicode"/>
                <a:cs typeface="Lucida Sans Unicode"/>
              </a:rPr>
              <a:t>customers</a:t>
            </a:r>
            <a:r>
              <a:rPr lang="en-US" sz="2100" spc="-50">
                <a:solidFill>
                  <a:srgbClr val="3A6A94"/>
                </a:solidFill>
                <a:latin typeface="Lucida Sans Unicode"/>
                <a:cs typeface="Lucida Sans Unicode"/>
              </a:rPr>
              <a:t>'</a:t>
            </a:r>
            <a:r>
              <a:rPr sz="2100" spc="-204">
                <a:solidFill>
                  <a:srgbClr val="3A6A94"/>
                </a:solidFill>
                <a:latin typeface="Lucida Sans Unicode"/>
                <a:cs typeface="Lucida Sans Unicode"/>
              </a:rPr>
              <a:t> </a:t>
            </a:r>
            <a:r>
              <a:rPr sz="2100" spc="-35">
                <a:solidFill>
                  <a:srgbClr val="3A6A94"/>
                </a:solidFill>
                <a:latin typeface="Lucida Sans Unicode"/>
                <a:cs typeface="Lucida Sans Unicode"/>
              </a:rPr>
              <a:t>needs </a:t>
            </a:r>
            <a:r>
              <a:rPr sz="2100" spc="-50">
                <a:solidFill>
                  <a:srgbClr val="3A6A94"/>
                </a:solidFill>
                <a:latin typeface="Lucida Sans Unicode"/>
                <a:cs typeface="Lucida Sans Unicode"/>
              </a:rPr>
              <a:t>more</a:t>
            </a:r>
            <a:r>
              <a:rPr sz="2100" spc="-210">
                <a:solidFill>
                  <a:srgbClr val="3A6A94"/>
                </a:solidFill>
                <a:latin typeface="Lucida Sans Unicode"/>
                <a:cs typeface="Lucida Sans Unicode"/>
              </a:rPr>
              <a:t> </a:t>
            </a:r>
            <a:r>
              <a:rPr sz="2100" spc="-35">
                <a:solidFill>
                  <a:srgbClr val="3A6A94"/>
                </a:solidFill>
                <a:latin typeface="Lucida Sans Unicode"/>
                <a:cs typeface="Lucida Sans Unicode"/>
              </a:rPr>
              <a:t>than</a:t>
            </a:r>
            <a:r>
              <a:rPr sz="2100" spc="-204">
                <a:solidFill>
                  <a:srgbClr val="3A6A94"/>
                </a:solidFill>
                <a:latin typeface="Lucida Sans Unicode"/>
                <a:cs typeface="Lucida Sans Unicode"/>
              </a:rPr>
              <a:t> </a:t>
            </a:r>
            <a:r>
              <a:rPr sz="2100" spc="-20">
                <a:solidFill>
                  <a:srgbClr val="3A6A94"/>
                </a:solidFill>
                <a:latin typeface="Lucida Sans Unicode"/>
                <a:cs typeface="Lucida Sans Unicode"/>
              </a:rPr>
              <a:t>money</a:t>
            </a:r>
            <a:endParaRPr sz="2100">
              <a:latin typeface="Lucida Sans Unicode"/>
              <a:cs typeface="Lucida Sans Unicode"/>
            </a:endParaRPr>
          </a:p>
          <a:p>
            <a:pPr marL="12700" marR="5080">
              <a:lnSpc>
                <a:spcPts val="2180"/>
              </a:lnSpc>
              <a:spcBef>
                <a:spcPts val="2080"/>
              </a:spcBef>
            </a:pPr>
            <a:r>
              <a:rPr sz="2100" spc="-175">
                <a:solidFill>
                  <a:srgbClr val="3A6A94"/>
                </a:solidFill>
                <a:latin typeface="Lucida Sans Unicode"/>
                <a:cs typeface="Lucida Sans Unicode"/>
              </a:rPr>
              <a:t>We</a:t>
            </a:r>
            <a:r>
              <a:rPr sz="2100" spc="-220">
                <a:solidFill>
                  <a:srgbClr val="3A6A94"/>
                </a:solidFill>
                <a:latin typeface="Lucida Sans Unicode"/>
                <a:cs typeface="Lucida Sans Unicode"/>
              </a:rPr>
              <a:t> </a:t>
            </a:r>
            <a:r>
              <a:rPr sz="2100" spc="-50">
                <a:solidFill>
                  <a:srgbClr val="3A6A94"/>
                </a:solidFill>
                <a:latin typeface="Lucida Sans Unicode"/>
                <a:cs typeface="Lucida Sans Unicode"/>
              </a:rPr>
              <a:t>value</a:t>
            </a:r>
            <a:r>
              <a:rPr sz="2100" spc="-215">
                <a:solidFill>
                  <a:srgbClr val="3A6A94"/>
                </a:solidFill>
                <a:latin typeface="Lucida Sans Unicode"/>
                <a:cs typeface="Lucida Sans Unicode"/>
              </a:rPr>
              <a:t> </a:t>
            </a:r>
            <a:r>
              <a:rPr sz="2100" spc="-10">
                <a:solidFill>
                  <a:srgbClr val="3A6A94"/>
                </a:solidFill>
                <a:latin typeface="Lucida Sans Unicode"/>
                <a:cs typeface="Lucida Sans Unicode"/>
              </a:rPr>
              <a:t>usability</a:t>
            </a:r>
            <a:r>
              <a:rPr sz="2100" spc="-215">
                <a:solidFill>
                  <a:srgbClr val="3A6A94"/>
                </a:solidFill>
                <a:latin typeface="Lucida Sans Unicode"/>
                <a:cs typeface="Lucida Sans Unicode"/>
              </a:rPr>
              <a:t> </a:t>
            </a:r>
            <a:r>
              <a:rPr sz="2100" spc="-50">
                <a:solidFill>
                  <a:srgbClr val="3A6A94"/>
                </a:solidFill>
                <a:latin typeface="Lucida Sans Unicode"/>
                <a:cs typeface="Lucida Sans Unicode"/>
              </a:rPr>
              <a:t>more</a:t>
            </a:r>
            <a:r>
              <a:rPr sz="2100" spc="-215">
                <a:solidFill>
                  <a:srgbClr val="3A6A94"/>
                </a:solidFill>
                <a:latin typeface="Lucida Sans Unicode"/>
                <a:cs typeface="Lucida Sans Unicode"/>
              </a:rPr>
              <a:t> </a:t>
            </a:r>
            <a:r>
              <a:rPr sz="2100" spc="-20">
                <a:solidFill>
                  <a:srgbClr val="3A6A94"/>
                </a:solidFill>
                <a:latin typeface="Lucida Sans Unicode"/>
                <a:cs typeface="Lucida Sans Unicode"/>
              </a:rPr>
              <a:t>than </a:t>
            </a:r>
            <a:r>
              <a:rPr lang="en-US" sz="2100" spc="-10">
                <a:solidFill>
                  <a:srgbClr val="3A6A94"/>
                </a:solidFill>
                <a:latin typeface="Lucida Sans Unicode"/>
                <a:cs typeface="Lucida Sans Unicode"/>
              </a:rPr>
              <a:t>appearance</a:t>
            </a:r>
            <a:endParaRPr sz="2100">
              <a:latin typeface="Lucida Sans Unicode"/>
              <a:cs typeface="Lucida Sans Unicode"/>
            </a:endParaRPr>
          </a:p>
          <a:p>
            <a:pPr marL="12700" marR="5080">
              <a:lnSpc>
                <a:spcPts val="2180"/>
              </a:lnSpc>
              <a:spcBef>
                <a:spcPts val="2080"/>
              </a:spcBef>
            </a:pPr>
            <a:endParaRPr lang="en-US" sz="2100" spc="-10">
              <a:solidFill>
                <a:srgbClr val="3A6A94"/>
              </a:solidFill>
              <a:latin typeface="Lucida Sans Unicode"/>
              <a:cs typeface="Lucida Sans Unicode"/>
            </a:endParaRPr>
          </a:p>
          <a:p>
            <a:pPr marL="12700">
              <a:lnSpc>
                <a:spcPts val="1980"/>
              </a:lnSpc>
            </a:pPr>
            <a:r>
              <a:rPr sz="2100" spc="-175">
                <a:solidFill>
                  <a:srgbClr val="3A6A94"/>
                </a:solidFill>
                <a:latin typeface="Lucida Sans Unicode"/>
                <a:cs typeface="Lucida Sans Unicode"/>
              </a:rPr>
              <a:t>We</a:t>
            </a:r>
            <a:r>
              <a:rPr sz="2100" spc="-200">
                <a:solidFill>
                  <a:srgbClr val="3A6A94"/>
                </a:solidFill>
                <a:latin typeface="Lucida Sans Unicode"/>
                <a:cs typeface="Lucida Sans Unicode"/>
              </a:rPr>
              <a:t> </a:t>
            </a:r>
            <a:r>
              <a:rPr sz="2100" spc="-50">
                <a:solidFill>
                  <a:srgbClr val="3A6A94"/>
                </a:solidFill>
                <a:latin typeface="Lucida Sans Unicode"/>
                <a:cs typeface="Lucida Sans Unicode"/>
              </a:rPr>
              <a:t>value</a:t>
            </a:r>
            <a:r>
              <a:rPr sz="2100" spc="-195">
                <a:solidFill>
                  <a:srgbClr val="3A6A94"/>
                </a:solidFill>
                <a:latin typeface="Lucida Sans Unicode"/>
                <a:cs typeface="Lucida Sans Unicode"/>
              </a:rPr>
              <a:t> </a:t>
            </a:r>
            <a:r>
              <a:rPr sz="2100" spc="-40">
                <a:solidFill>
                  <a:srgbClr val="3A6A94"/>
                </a:solidFill>
                <a:latin typeface="Lucida Sans Unicode"/>
                <a:cs typeface="Lucida Sans Unicode"/>
              </a:rPr>
              <a:t>the</a:t>
            </a:r>
            <a:r>
              <a:rPr sz="2100" spc="-200">
                <a:solidFill>
                  <a:srgbClr val="3A6A94"/>
                </a:solidFill>
                <a:latin typeface="Lucida Sans Unicode"/>
                <a:cs typeface="Lucida Sans Unicode"/>
              </a:rPr>
              <a:t> </a:t>
            </a:r>
            <a:r>
              <a:rPr lang="en-US" sz="2100" spc="-55">
                <a:solidFill>
                  <a:srgbClr val="3A6A94"/>
                </a:solidFill>
                <a:latin typeface="Lucida Sans Unicode"/>
                <a:cs typeface="Lucida Sans Unicode"/>
              </a:rPr>
              <a:t>interests</a:t>
            </a:r>
            <a:r>
              <a:rPr sz="2100" spc="-195">
                <a:solidFill>
                  <a:srgbClr val="3A6A94"/>
                </a:solidFill>
                <a:latin typeface="Lucida Sans Unicode"/>
                <a:cs typeface="Lucida Sans Unicode"/>
              </a:rPr>
              <a:t> </a:t>
            </a:r>
            <a:r>
              <a:rPr sz="2100" spc="-25">
                <a:solidFill>
                  <a:srgbClr val="3A6A94"/>
                </a:solidFill>
                <a:latin typeface="Lucida Sans Unicode"/>
                <a:cs typeface="Lucida Sans Unicode"/>
              </a:rPr>
              <a:t>and</a:t>
            </a:r>
            <a:endParaRPr sz="2100">
              <a:latin typeface="Lucida Sans Unicode"/>
              <a:cs typeface="Lucida Sans Unicode"/>
            </a:endParaRPr>
          </a:p>
          <a:p>
            <a:pPr marL="12700">
              <a:lnSpc>
                <a:spcPts val="2345"/>
              </a:lnSpc>
            </a:pPr>
            <a:r>
              <a:rPr sz="2100" spc="-65">
                <a:solidFill>
                  <a:srgbClr val="3A6A94"/>
                </a:solidFill>
                <a:latin typeface="Lucida Sans Unicode"/>
                <a:cs typeface="Lucida Sans Unicode"/>
              </a:rPr>
              <a:t>safety</a:t>
            </a:r>
            <a:r>
              <a:rPr sz="2100" spc="-210">
                <a:solidFill>
                  <a:srgbClr val="3A6A94"/>
                </a:solidFill>
                <a:latin typeface="Lucida Sans Unicode"/>
                <a:cs typeface="Lucida Sans Unicode"/>
              </a:rPr>
              <a:t> </a:t>
            </a:r>
            <a:r>
              <a:rPr sz="2100" spc="-35">
                <a:solidFill>
                  <a:srgbClr val="3A6A94"/>
                </a:solidFill>
                <a:latin typeface="Lucida Sans Unicode"/>
                <a:cs typeface="Lucida Sans Unicode"/>
              </a:rPr>
              <a:t>of</a:t>
            </a:r>
            <a:r>
              <a:rPr sz="2100" spc="-210">
                <a:solidFill>
                  <a:srgbClr val="3A6A94"/>
                </a:solidFill>
                <a:latin typeface="Lucida Sans Unicode"/>
                <a:cs typeface="Lucida Sans Unicode"/>
              </a:rPr>
              <a:t> </a:t>
            </a:r>
            <a:r>
              <a:rPr sz="2100" spc="-30">
                <a:solidFill>
                  <a:srgbClr val="3A6A94"/>
                </a:solidFill>
                <a:latin typeface="Lucida Sans Unicode"/>
                <a:cs typeface="Lucida Sans Unicode"/>
              </a:rPr>
              <a:t>our</a:t>
            </a:r>
            <a:r>
              <a:rPr sz="2100" spc="-210">
                <a:solidFill>
                  <a:srgbClr val="3A6A94"/>
                </a:solidFill>
                <a:latin typeface="Lucida Sans Unicode"/>
                <a:cs typeface="Lucida Sans Unicode"/>
              </a:rPr>
              <a:t> </a:t>
            </a:r>
            <a:r>
              <a:rPr sz="2100" spc="-50">
                <a:solidFill>
                  <a:srgbClr val="3A6A94"/>
                </a:solidFill>
                <a:latin typeface="Lucida Sans Unicode"/>
                <a:cs typeface="Lucida Sans Unicode"/>
              </a:rPr>
              <a:t>customers</a:t>
            </a:r>
            <a:r>
              <a:rPr sz="2100" spc="-204">
                <a:solidFill>
                  <a:srgbClr val="3A6A94"/>
                </a:solidFill>
                <a:latin typeface="Lucida Sans Unicode"/>
                <a:cs typeface="Lucida Sans Unicode"/>
              </a:rPr>
              <a:t> </a:t>
            </a:r>
            <a:r>
              <a:rPr sz="2100" spc="-50">
                <a:solidFill>
                  <a:srgbClr val="3A6A94"/>
                </a:solidFill>
                <a:latin typeface="Lucida Sans Unicode"/>
                <a:cs typeface="Lucida Sans Unicode"/>
              </a:rPr>
              <a:t>.</a:t>
            </a:r>
            <a:endParaRPr sz="2100">
              <a:latin typeface="Lucida Sans Unicode"/>
              <a:cs typeface="Lucida Sans Unicode"/>
            </a:endParaRPr>
          </a:p>
        </p:txBody>
      </p:sp>
      <p:pic>
        <p:nvPicPr>
          <p:cNvPr id="12" name="object 12"/>
          <p:cNvPicPr/>
          <p:nvPr/>
        </p:nvPicPr>
        <p:blipFill>
          <a:blip r:embed="rId4" cstate="print"/>
          <a:stretch>
            <a:fillRect/>
          </a:stretch>
        </p:blipFill>
        <p:spPr>
          <a:xfrm>
            <a:off x="11727861" y="7238869"/>
            <a:ext cx="85725" cy="85724"/>
          </a:xfrm>
          <a:prstGeom prst="rect">
            <a:avLst/>
          </a:prstGeom>
        </p:spPr>
      </p:pic>
      <p:pic>
        <p:nvPicPr>
          <p:cNvPr id="13" name="object 13"/>
          <p:cNvPicPr/>
          <p:nvPr/>
        </p:nvPicPr>
        <p:blipFill>
          <a:blip r:embed="rId4" cstate="print"/>
          <a:stretch>
            <a:fillRect/>
          </a:stretch>
        </p:blipFill>
        <p:spPr>
          <a:xfrm>
            <a:off x="11727861" y="8194091"/>
            <a:ext cx="85725" cy="85724"/>
          </a:xfrm>
          <a:prstGeom prst="rect">
            <a:avLst/>
          </a:prstGeom>
        </p:spPr>
      </p:pic>
      <p:pic>
        <p:nvPicPr>
          <p:cNvPr id="14" name="object 14"/>
          <p:cNvPicPr/>
          <p:nvPr/>
        </p:nvPicPr>
        <p:blipFill>
          <a:blip r:embed="rId5" cstate="print"/>
          <a:stretch>
            <a:fillRect/>
          </a:stretch>
        </p:blipFill>
        <p:spPr>
          <a:xfrm>
            <a:off x="15126887" y="9277787"/>
            <a:ext cx="1095374" cy="1009212"/>
          </a:xfrm>
          <a:prstGeom prst="rect">
            <a:avLst/>
          </a:prstGeom>
        </p:spPr>
      </p:pic>
      <p:sp>
        <p:nvSpPr>
          <p:cNvPr id="15" name="object 15"/>
          <p:cNvSpPr txBox="1"/>
          <p:nvPr/>
        </p:nvSpPr>
        <p:spPr>
          <a:xfrm>
            <a:off x="16350681" y="9200939"/>
            <a:ext cx="1475105" cy="911225"/>
          </a:xfrm>
          <a:prstGeom prst="rect">
            <a:avLst/>
          </a:prstGeom>
        </p:spPr>
        <p:txBody>
          <a:bodyPr vert="horz" wrap="square" lIns="0" tIns="12700" rIns="0" bIns="0" rtlCol="0">
            <a:spAutoFit/>
          </a:bodyPr>
          <a:lstStyle/>
          <a:p>
            <a:pPr marL="12700" marR="5080">
              <a:lnSpc>
                <a:spcPct val="113999"/>
              </a:lnSpc>
              <a:spcBef>
                <a:spcPts val="100"/>
              </a:spcBef>
            </a:pPr>
            <a:r>
              <a:rPr sz="1700" spc="-10">
                <a:solidFill>
                  <a:srgbClr val="0F1C56"/>
                </a:solidFill>
                <a:latin typeface="Tahoma"/>
                <a:cs typeface="Tahoma"/>
              </a:rPr>
              <a:t>Information </a:t>
            </a: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
        <p:nvSpPr>
          <p:cNvPr id="22" name="object 5">
            <a:extLst>
              <a:ext uri="{FF2B5EF4-FFF2-40B4-BE49-F238E27FC236}">
                <a16:creationId xmlns:a16="http://schemas.microsoft.com/office/drawing/2014/main" id="{54F904C9-0E91-66A3-62FC-1EDCB3C7F8EA}"/>
              </a:ext>
            </a:extLst>
          </p:cNvPr>
          <p:cNvSpPr txBox="1"/>
          <p:nvPr/>
        </p:nvSpPr>
        <p:spPr>
          <a:xfrm>
            <a:off x="7969115" y="5139485"/>
            <a:ext cx="1179285" cy="366767"/>
          </a:xfrm>
          <a:prstGeom prst="rect">
            <a:avLst/>
          </a:prstGeom>
        </p:spPr>
        <p:txBody>
          <a:bodyPr vert="horz" wrap="square" lIns="0" tIns="12700" rIns="0" bIns="0" rtlCol="0" anchor="t">
            <a:spAutoFit/>
          </a:bodyPr>
          <a:lstStyle/>
          <a:p>
            <a:pPr marL="12700">
              <a:lnSpc>
                <a:spcPct val="100000"/>
              </a:lnSpc>
              <a:spcBef>
                <a:spcPts val="100"/>
              </a:spcBef>
            </a:pPr>
            <a:r>
              <a:rPr lang="en-US" sz="2300" b="1" spc="-225">
                <a:solidFill>
                  <a:srgbClr val="FF741F"/>
                </a:solidFill>
                <a:latin typeface="Lucida Sans Unicode"/>
                <a:cs typeface="Lucida Sans Unicode"/>
              </a:rPr>
              <a:t>VISION</a:t>
            </a:r>
            <a:endParaRPr sz="2300" b="1">
              <a:latin typeface="Lucida Sans Unicode"/>
              <a:cs typeface="Lucida Sans Unicode"/>
            </a:endParaRPr>
          </a:p>
        </p:txBody>
      </p:sp>
      <p:sp>
        <p:nvSpPr>
          <p:cNvPr id="24" name="object 11">
            <a:extLst>
              <a:ext uri="{FF2B5EF4-FFF2-40B4-BE49-F238E27FC236}">
                <a16:creationId xmlns:a16="http://schemas.microsoft.com/office/drawing/2014/main" id="{9142A600-F36F-B4D4-4B5F-2237EB2F4966}"/>
              </a:ext>
            </a:extLst>
          </p:cNvPr>
          <p:cNvSpPr txBox="1"/>
          <p:nvPr/>
        </p:nvSpPr>
        <p:spPr>
          <a:xfrm>
            <a:off x="7230700" y="6291202"/>
            <a:ext cx="3889102" cy="1761380"/>
          </a:xfrm>
          <a:prstGeom prst="rect">
            <a:avLst/>
          </a:prstGeom>
        </p:spPr>
        <p:txBody>
          <a:bodyPr vert="horz" wrap="square" lIns="0" tIns="57785" rIns="0" bIns="0" rtlCol="0" anchor="t">
            <a:spAutoFit/>
          </a:bodyPr>
          <a:lstStyle/>
          <a:p>
            <a:pPr marL="12700" marR="283210">
              <a:lnSpc>
                <a:spcPts val="2180"/>
              </a:lnSpc>
              <a:spcBef>
                <a:spcPts val="455"/>
              </a:spcBef>
            </a:pPr>
            <a:r>
              <a:rPr lang="en-US" sz="2100" spc="-20">
                <a:solidFill>
                  <a:srgbClr val="3A6A94"/>
                </a:solidFill>
                <a:latin typeface="Lucida Sans Unicode"/>
                <a:cs typeface="Lucida Sans Unicode"/>
              </a:rPr>
              <a:t>Becoming a number one company in South Africa, with a </a:t>
            </a:r>
            <a:r>
              <a:rPr lang="en-US" sz="2100" spc="-20" err="1">
                <a:solidFill>
                  <a:srgbClr val="3A6A94"/>
                </a:solidFill>
                <a:latin typeface="Lucida Sans Unicode"/>
                <a:cs typeface="Lucida Sans Unicode"/>
              </a:rPr>
              <a:t>reliable,simple</a:t>
            </a:r>
            <a:r>
              <a:rPr lang="en-US" sz="2100" spc="-20">
                <a:solidFill>
                  <a:srgbClr val="3A6A94"/>
                </a:solidFill>
                <a:latin typeface="Lucida Sans Unicode"/>
                <a:cs typeface="Lucida Sans Unicode"/>
              </a:rPr>
              <a:t>, safe and usable software, providing all the needs to our customers.</a:t>
            </a:r>
            <a:endParaRPr lang="en-US" spc="-20"/>
          </a:p>
        </p:txBody>
      </p:sp>
      <p:sp>
        <p:nvSpPr>
          <p:cNvPr id="30" name="object 11">
            <a:extLst>
              <a:ext uri="{FF2B5EF4-FFF2-40B4-BE49-F238E27FC236}">
                <a16:creationId xmlns:a16="http://schemas.microsoft.com/office/drawing/2014/main" id="{F41C025C-8477-E484-5BD4-882805FB40C5}"/>
              </a:ext>
            </a:extLst>
          </p:cNvPr>
          <p:cNvSpPr txBox="1"/>
          <p:nvPr/>
        </p:nvSpPr>
        <p:spPr>
          <a:xfrm>
            <a:off x="2081756" y="6356516"/>
            <a:ext cx="4172130" cy="2353850"/>
          </a:xfrm>
          <a:prstGeom prst="rect">
            <a:avLst/>
          </a:prstGeom>
        </p:spPr>
        <p:txBody>
          <a:bodyPr vert="horz" wrap="square" lIns="0" tIns="57785" rIns="0" bIns="0" rtlCol="0" anchor="t">
            <a:spAutoFit/>
          </a:bodyPr>
          <a:lstStyle/>
          <a:p>
            <a:pPr marL="12700" algn="l">
              <a:spcBef>
                <a:spcPts val="100"/>
              </a:spcBef>
            </a:pPr>
            <a:r>
              <a:rPr lang="en-US" sz="2100" spc="-20">
                <a:solidFill>
                  <a:srgbClr val="3A6A94"/>
                </a:solidFill>
                <a:latin typeface="Lucida Sans Unicode"/>
                <a:cs typeface="Lucida Sans Unicode"/>
              </a:rPr>
              <a:t>Provide simple dependable website that will enable our customers to purchase our ICT branded products without any effort</a:t>
            </a:r>
            <a:endParaRPr lang="en-US" sz="2100" spc="-20">
              <a:solidFill>
                <a:srgbClr val="000000"/>
              </a:solidFill>
              <a:latin typeface="Lucida Sans Unicode"/>
              <a:cs typeface="Lucida Sans Unicode"/>
            </a:endParaRPr>
          </a:p>
          <a:p>
            <a:pPr marL="12700" marR="283210">
              <a:lnSpc>
                <a:spcPts val="2180"/>
              </a:lnSpc>
              <a:spcBef>
                <a:spcPts val="455"/>
              </a:spcBef>
            </a:pPr>
            <a:endParaRPr lang="en-US" sz="2100" spc="-20">
              <a:solidFill>
                <a:srgbClr val="3A6A94"/>
              </a:solidFill>
              <a:latin typeface="Lucida Sans Unicode"/>
              <a:cs typeface="Lucida Sans Unicode"/>
            </a:endParaRPr>
          </a:p>
        </p:txBody>
      </p:sp>
      <p:sp>
        <p:nvSpPr>
          <p:cNvPr id="31" name="object 5">
            <a:extLst>
              <a:ext uri="{FF2B5EF4-FFF2-40B4-BE49-F238E27FC236}">
                <a16:creationId xmlns:a16="http://schemas.microsoft.com/office/drawing/2014/main" id="{9F3AAFD6-0BFB-609A-3B0A-C1AF429B2DF8}"/>
              </a:ext>
            </a:extLst>
          </p:cNvPr>
          <p:cNvSpPr txBox="1"/>
          <p:nvPr/>
        </p:nvSpPr>
        <p:spPr>
          <a:xfrm>
            <a:off x="2809286" y="5139485"/>
            <a:ext cx="1179285" cy="366767"/>
          </a:xfrm>
          <a:prstGeom prst="rect">
            <a:avLst/>
          </a:prstGeom>
        </p:spPr>
        <p:txBody>
          <a:bodyPr vert="horz" wrap="square" lIns="0" tIns="12700" rIns="0" bIns="0" rtlCol="0" anchor="t">
            <a:spAutoFit/>
          </a:bodyPr>
          <a:lstStyle/>
          <a:p>
            <a:pPr marL="12700">
              <a:lnSpc>
                <a:spcPct val="100000"/>
              </a:lnSpc>
              <a:spcBef>
                <a:spcPts val="100"/>
              </a:spcBef>
            </a:pPr>
            <a:r>
              <a:rPr lang="en-US" sz="2300" b="1" spc="-225">
                <a:solidFill>
                  <a:srgbClr val="FF741F"/>
                </a:solidFill>
                <a:latin typeface="Lucida Sans Unicode"/>
                <a:cs typeface="Lucida Sans Unicode"/>
              </a:rPr>
              <a:t>MISSION</a:t>
            </a:r>
            <a:endParaRPr sz="2300" b="1" spc="-225">
              <a:solidFill>
                <a:srgbClr val="FF741F"/>
              </a:solidFill>
              <a:latin typeface="Lucida Sans Unicode"/>
              <a:cs typeface="Lucida Sans Unicod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879" y="3688580"/>
            <a:ext cx="3295649" cy="3162299"/>
          </a:xfrm>
          <a:prstGeom prst="rect">
            <a:avLst/>
          </a:prstGeom>
        </p:spPr>
      </p:pic>
      <p:pic>
        <p:nvPicPr>
          <p:cNvPr id="3" name="object 3"/>
          <p:cNvPicPr/>
          <p:nvPr/>
        </p:nvPicPr>
        <p:blipFill>
          <a:blip r:embed="rId3" cstate="print"/>
          <a:stretch>
            <a:fillRect/>
          </a:stretch>
        </p:blipFill>
        <p:spPr>
          <a:xfrm>
            <a:off x="4028956" y="3688580"/>
            <a:ext cx="3295649" cy="3162299"/>
          </a:xfrm>
          <a:prstGeom prst="rect">
            <a:avLst/>
          </a:prstGeom>
        </p:spPr>
      </p:pic>
      <p:pic>
        <p:nvPicPr>
          <p:cNvPr id="4" name="object 4"/>
          <p:cNvPicPr/>
          <p:nvPr/>
        </p:nvPicPr>
        <p:blipFill>
          <a:blip r:embed="rId4" cstate="print"/>
          <a:stretch>
            <a:fillRect/>
          </a:stretch>
        </p:blipFill>
        <p:spPr>
          <a:xfrm>
            <a:off x="7496476" y="3688580"/>
            <a:ext cx="3295649" cy="3162299"/>
          </a:xfrm>
          <a:prstGeom prst="rect">
            <a:avLst/>
          </a:prstGeom>
        </p:spPr>
      </p:pic>
      <p:pic>
        <p:nvPicPr>
          <p:cNvPr id="5" name="object 5"/>
          <p:cNvPicPr/>
          <p:nvPr/>
        </p:nvPicPr>
        <p:blipFill>
          <a:blip r:embed="rId5" cstate="print"/>
          <a:stretch>
            <a:fillRect/>
          </a:stretch>
        </p:blipFill>
        <p:spPr>
          <a:xfrm>
            <a:off x="10962762" y="3688580"/>
            <a:ext cx="3295649" cy="3162299"/>
          </a:xfrm>
          <a:prstGeom prst="rect">
            <a:avLst/>
          </a:prstGeom>
        </p:spPr>
      </p:pic>
      <p:pic>
        <p:nvPicPr>
          <p:cNvPr id="6" name="object 6"/>
          <p:cNvPicPr/>
          <p:nvPr/>
        </p:nvPicPr>
        <p:blipFill>
          <a:blip r:embed="rId6" cstate="print"/>
          <a:stretch>
            <a:fillRect/>
          </a:stretch>
        </p:blipFill>
        <p:spPr>
          <a:xfrm>
            <a:off x="14429049" y="3688580"/>
            <a:ext cx="3295649" cy="3162299"/>
          </a:xfrm>
          <a:prstGeom prst="rect">
            <a:avLst/>
          </a:prstGeom>
        </p:spPr>
      </p:pic>
      <p:sp>
        <p:nvSpPr>
          <p:cNvPr id="7" name="object 7"/>
          <p:cNvSpPr/>
          <p:nvPr/>
        </p:nvSpPr>
        <p:spPr>
          <a:xfrm>
            <a:off x="0" y="0"/>
            <a:ext cx="18288000" cy="550545"/>
          </a:xfrm>
          <a:custGeom>
            <a:avLst/>
            <a:gdLst/>
            <a:ahLst/>
            <a:cxnLst/>
            <a:rect l="l" t="t" r="r" b="b"/>
            <a:pathLst>
              <a:path w="18288000" h="550545">
                <a:moveTo>
                  <a:pt x="18287998" y="550319"/>
                </a:moveTo>
                <a:lnTo>
                  <a:pt x="0" y="550319"/>
                </a:lnTo>
                <a:lnTo>
                  <a:pt x="0" y="0"/>
                </a:lnTo>
                <a:lnTo>
                  <a:pt x="18287998" y="0"/>
                </a:lnTo>
                <a:lnTo>
                  <a:pt x="18287998" y="550319"/>
                </a:lnTo>
                <a:close/>
              </a:path>
            </a:pathLst>
          </a:custGeom>
          <a:solidFill>
            <a:srgbClr val="FF741F"/>
          </a:solidFill>
        </p:spPr>
        <p:txBody>
          <a:bodyPr wrap="square" lIns="0" tIns="0" rIns="0" bIns="0" rtlCol="0"/>
          <a:lstStyle/>
          <a:p>
            <a:endParaRPr/>
          </a:p>
        </p:txBody>
      </p:sp>
      <p:sp>
        <p:nvSpPr>
          <p:cNvPr id="8" name="object 8" descr="$PPTXTitle"/>
          <p:cNvSpPr txBox="1">
            <a:spLocks noGrp="1"/>
          </p:cNvSpPr>
          <p:nvPr>
            <p:ph type="title"/>
          </p:nvPr>
        </p:nvSpPr>
        <p:spPr>
          <a:xfrm>
            <a:off x="7516952" y="2254961"/>
            <a:ext cx="3254375" cy="628377"/>
          </a:xfrm>
          <a:prstGeom prst="rect">
            <a:avLst/>
          </a:prstGeom>
        </p:spPr>
        <p:txBody>
          <a:bodyPr vert="horz" wrap="square" lIns="0" tIns="12700" rIns="0" bIns="0" rtlCol="0">
            <a:spAutoFit/>
          </a:bodyPr>
          <a:lstStyle/>
          <a:p>
            <a:pPr marL="12700">
              <a:lnSpc>
                <a:spcPct val="100000"/>
              </a:lnSpc>
              <a:spcBef>
                <a:spcPts val="100"/>
              </a:spcBef>
            </a:pPr>
            <a:r>
              <a:rPr sz="4000" spc="535">
                <a:solidFill>
                  <a:srgbClr val="0097B1"/>
                </a:solidFill>
                <a:latin typeface="Aptos Slab Black" panose="020B0004020202020204" pitchFamily="34" charset="0"/>
              </a:rPr>
              <a:t>OUR</a:t>
            </a:r>
            <a:r>
              <a:rPr sz="3600" spc="105">
                <a:solidFill>
                  <a:srgbClr val="0097B1"/>
                </a:solidFill>
                <a:latin typeface="Aptos Slab Black" panose="020B0004020202020204" pitchFamily="34" charset="0"/>
              </a:rPr>
              <a:t> </a:t>
            </a:r>
            <a:r>
              <a:rPr sz="3600" spc="835">
                <a:solidFill>
                  <a:srgbClr val="0097B1"/>
                </a:solidFill>
                <a:latin typeface="Aptos Slab Black" panose="020B0004020202020204" pitchFamily="34" charset="0"/>
              </a:rPr>
              <a:t>TEAM</a:t>
            </a:r>
            <a:endParaRPr sz="3600">
              <a:latin typeface="Aptos Slab Black" panose="020B0004020202020204" pitchFamily="34" charset="0"/>
            </a:endParaRPr>
          </a:p>
        </p:txBody>
      </p:sp>
      <p:sp>
        <p:nvSpPr>
          <p:cNvPr id="9" name="object 9"/>
          <p:cNvSpPr txBox="1"/>
          <p:nvPr/>
        </p:nvSpPr>
        <p:spPr>
          <a:xfrm>
            <a:off x="562878" y="6906872"/>
            <a:ext cx="3295650" cy="752770"/>
          </a:xfrm>
          <a:prstGeom prst="rect">
            <a:avLst/>
          </a:prstGeom>
          <a:solidFill>
            <a:srgbClr val="0097B1"/>
          </a:solidFill>
        </p:spPr>
        <p:txBody>
          <a:bodyPr vert="horz" wrap="square" lIns="0" tIns="158750" rIns="0" bIns="0" rtlCol="0">
            <a:spAutoFit/>
          </a:bodyPr>
          <a:lstStyle/>
          <a:p>
            <a:pPr algn="ctr">
              <a:lnSpc>
                <a:spcPct val="100000"/>
              </a:lnSpc>
              <a:spcBef>
                <a:spcPts val="1250"/>
              </a:spcBef>
            </a:pPr>
            <a:r>
              <a:rPr sz="2050" b="1" spc="-10">
                <a:solidFill>
                  <a:srgbClr val="FDFDFD"/>
                </a:solidFill>
                <a:latin typeface="Arial Black" panose="020B0A04020102020204" pitchFamily="34" charset="0"/>
                <a:cs typeface="Arial" panose="020B0604020202020204" pitchFamily="34" charset="0"/>
              </a:rPr>
              <a:t>Siphokuhle</a:t>
            </a:r>
            <a:r>
              <a:rPr sz="2050" b="1" spc="-125">
                <a:solidFill>
                  <a:srgbClr val="FDFDFD"/>
                </a:solidFill>
                <a:latin typeface="Arial Black" panose="020B0A04020102020204" pitchFamily="34" charset="0"/>
                <a:cs typeface="Arial" panose="020B0604020202020204" pitchFamily="34" charset="0"/>
              </a:rPr>
              <a:t> </a:t>
            </a:r>
            <a:r>
              <a:rPr sz="2050" b="1" spc="-20">
                <a:solidFill>
                  <a:srgbClr val="FDFDFD"/>
                </a:solidFill>
                <a:latin typeface="Arial Black" panose="020B0A04020102020204" pitchFamily="34" charset="0"/>
                <a:cs typeface="Arial" panose="020B0604020202020204" pitchFamily="34" charset="0"/>
              </a:rPr>
              <a:t>Nyana</a:t>
            </a:r>
            <a:endParaRPr sz="2050" b="1">
              <a:latin typeface="Arial Black" panose="020B0A04020102020204" pitchFamily="34" charset="0"/>
              <a:cs typeface="Arial" panose="020B0604020202020204" pitchFamily="34" charset="0"/>
            </a:endParaRPr>
          </a:p>
          <a:p>
            <a:pPr algn="ctr">
              <a:lnSpc>
                <a:spcPct val="100000"/>
              </a:lnSpc>
              <a:spcBef>
                <a:spcPts val="340"/>
              </a:spcBef>
            </a:pPr>
            <a:r>
              <a:rPr sz="1550">
                <a:solidFill>
                  <a:srgbClr val="FDFDFD"/>
                </a:solidFill>
                <a:latin typeface="Arial" panose="020B0604020202020204" pitchFamily="34" charset="0"/>
                <a:ea typeface="Tahoma" panose="020B0604030504040204" pitchFamily="34" charset="0"/>
                <a:cs typeface="Arial" panose="020B0604020202020204" pitchFamily="34" charset="0"/>
              </a:rPr>
              <a:t>Presenter</a:t>
            </a:r>
            <a:r>
              <a:rPr sz="1550" spc="-20">
                <a:solidFill>
                  <a:srgbClr val="FDFDFD"/>
                </a:solidFill>
                <a:latin typeface="Arial" panose="020B0604020202020204" pitchFamily="34" charset="0"/>
                <a:ea typeface="Tahoma" panose="020B0604030504040204" pitchFamily="34" charset="0"/>
                <a:cs typeface="Arial" panose="020B0604020202020204" pitchFamily="34" charset="0"/>
              </a:rPr>
              <a:t> </a:t>
            </a:r>
            <a:r>
              <a:rPr sz="1550" spc="-520">
                <a:solidFill>
                  <a:srgbClr val="FDFDFD"/>
                </a:solidFill>
                <a:latin typeface="Arial" panose="020B0604020202020204" pitchFamily="34" charset="0"/>
                <a:ea typeface="Tahoma" panose="020B0604030504040204" pitchFamily="34" charset="0"/>
                <a:cs typeface="Arial" panose="020B0604020202020204" pitchFamily="34" charset="0"/>
              </a:rPr>
              <a:t>1</a:t>
            </a:r>
            <a:endParaRPr sz="1550">
              <a:latin typeface="Arial" panose="020B0604020202020204" pitchFamily="34" charset="0"/>
              <a:ea typeface="Tahoma" panose="020B0604030504040204" pitchFamily="34" charset="0"/>
              <a:cs typeface="Arial" panose="020B0604020202020204" pitchFamily="34" charset="0"/>
            </a:endParaRPr>
          </a:p>
        </p:txBody>
      </p:sp>
      <p:sp>
        <p:nvSpPr>
          <p:cNvPr id="10" name="object 10"/>
          <p:cNvSpPr txBox="1"/>
          <p:nvPr/>
        </p:nvSpPr>
        <p:spPr>
          <a:xfrm>
            <a:off x="4030191" y="6849669"/>
            <a:ext cx="3295650" cy="752770"/>
          </a:xfrm>
          <a:prstGeom prst="rect">
            <a:avLst/>
          </a:prstGeom>
          <a:solidFill>
            <a:srgbClr val="FF741F"/>
          </a:solidFill>
        </p:spPr>
        <p:txBody>
          <a:bodyPr vert="horz" wrap="square" lIns="0" tIns="158750" rIns="0" bIns="0" rtlCol="0">
            <a:spAutoFit/>
          </a:bodyPr>
          <a:lstStyle/>
          <a:p>
            <a:pPr algn="ctr">
              <a:lnSpc>
                <a:spcPct val="100000"/>
              </a:lnSpc>
              <a:spcBef>
                <a:spcPts val="1250"/>
              </a:spcBef>
            </a:pPr>
            <a:r>
              <a:rPr sz="2050" spc="-30">
                <a:solidFill>
                  <a:srgbClr val="FDFDFD"/>
                </a:solidFill>
                <a:latin typeface="Arial Black"/>
                <a:cs typeface="Arial Black"/>
              </a:rPr>
              <a:t>Olwethu</a:t>
            </a:r>
            <a:r>
              <a:rPr sz="2050" spc="-114">
                <a:solidFill>
                  <a:srgbClr val="FDFDFD"/>
                </a:solidFill>
                <a:latin typeface="Arial Black"/>
                <a:cs typeface="Arial Black"/>
              </a:rPr>
              <a:t> </a:t>
            </a:r>
            <a:r>
              <a:rPr sz="2050" spc="-10">
                <a:solidFill>
                  <a:srgbClr val="FDFDFD"/>
                </a:solidFill>
                <a:latin typeface="Arial Black"/>
                <a:cs typeface="Arial Black"/>
              </a:rPr>
              <a:t>Mtwazi</a:t>
            </a:r>
            <a:endParaRPr sz="2050">
              <a:latin typeface="Arial Black"/>
              <a:cs typeface="Arial Black"/>
            </a:endParaRPr>
          </a:p>
          <a:p>
            <a:pPr algn="ctr">
              <a:lnSpc>
                <a:spcPct val="100000"/>
              </a:lnSpc>
              <a:spcBef>
                <a:spcPts val="340"/>
              </a:spcBef>
            </a:pPr>
            <a:r>
              <a:rPr sz="1550">
                <a:solidFill>
                  <a:srgbClr val="FDFDFD"/>
                </a:solidFill>
                <a:latin typeface="Arial" panose="020B0604020202020204" pitchFamily="34" charset="0"/>
                <a:ea typeface="Tahoma" panose="020B0604030504040204" pitchFamily="34" charset="0"/>
                <a:cs typeface="Arial" panose="020B0604020202020204" pitchFamily="34" charset="0"/>
              </a:rPr>
              <a:t>Presenter</a:t>
            </a:r>
            <a:r>
              <a:rPr sz="1550" spc="-20">
                <a:solidFill>
                  <a:srgbClr val="FDFDFD"/>
                </a:solidFill>
                <a:latin typeface="Arial" panose="020B0604020202020204" pitchFamily="34" charset="0"/>
                <a:ea typeface="Tahoma" panose="020B0604030504040204" pitchFamily="34" charset="0"/>
                <a:cs typeface="Arial" panose="020B0604020202020204" pitchFamily="34" charset="0"/>
              </a:rPr>
              <a:t> </a:t>
            </a:r>
            <a:r>
              <a:rPr sz="1550" spc="-50">
                <a:solidFill>
                  <a:srgbClr val="FDFDFD"/>
                </a:solidFill>
                <a:latin typeface="Arial" panose="020B0604020202020204" pitchFamily="34" charset="0"/>
                <a:ea typeface="Tahoma" panose="020B0604030504040204" pitchFamily="34" charset="0"/>
                <a:cs typeface="Arial" panose="020B0604020202020204" pitchFamily="34" charset="0"/>
              </a:rPr>
              <a:t>2</a:t>
            </a:r>
            <a:endParaRPr sz="1550">
              <a:latin typeface="Arial" panose="020B0604020202020204" pitchFamily="34" charset="0"/>
              <a:ea typeface="Tahoma" panose="020B0604030504040204" pitchFamily="34" charset="0"/>
              <a:cs typeface="Arial" panose="020B0604020202020204" pitchFamily="34" charset="0"/>
            </a:endParaRPr>
          </a:p>
        </p:txBody>
      </p:sp>
      <p:sp>
        <p:nvSpPr>
          <p:cNvPr id="11" name="object 11"/>
          <p:cNvSpPr txBox="1"/>
          <p:nvPr/>
        </p:nvSpPr>
        <p:spPr>
          <a:xfrm>
            <a:off x="7496476" y="6849669"/>
            <a:ext cx="3295650" cy="752770"/>
          </a:xfrm>
          <a:prstGeom prst="rect">
            <a:avLst/>
          </a:prstGeom>
          <a:solidFill>
            <a:srgbClr val="CCCCCC"/>
          </a:solidFill>
        </p:spPr>
        <p:txBody>
          <a:bodyPr vert="horz" wrap="square" lIns="0" tIns="158750" rIns="0" bIns="0" rtlCol="0">
            <a:spAutoFit/>
          </a:bodyPr>
          <a:lstStyle/>
          <a:p>
            <a:pPr algn="ctr">
              <a:lnSpc>
                <a:spcPct val="100000"/>
              </a:lnSpc>
              <a:spcBef>
                <a:spcPts val="1250"/>
              </a:spcBef>
            </a:pPr>
            <a:r>
              <a:rPr sz="2050" spc="-25">
                <a:solidFill>
                  <a:srgbClr val="FDFDFD"/>
                </a:solidFill>
                <a:latin typeface="Arial Black"/>
                <a:cs typeface="Arial Black"/>
              </a:rPr>
              <a:t>Mihle</a:t>
            </a:r>
            <a:r>
              <a:rPr sz="2050" spc="-135">
                <a:solidFill>
                  <a:srgbClr val="FDFDFD"/>
                </a:solidFill>
                <a:latin typeface="Arial Black"/>
                <a:cs typeface="Arial Black"/>
              </a:rPr>
              <a:t> </a:t>
            </a:r>
            <a:r>
              <a:rPr sz="2050" spc="-10">
                <a:solidFill>
                  <a:srgbClr val="FDFDFD"/>
                </a:solidFill>
                <a:latin typeface="Arial Black"/>
                <a:cs typeface="Arial Black"/>
              </a:rPr>
              <a:t>Nosilela</a:t>
            </a:r>
            <a:endParaRPr sz="2050">
              <a:latin typeface="Arial Black"/>
              <a:cs typeface="Arial Black"/>
            </a:endParaRPr>
          </a:p>
          <a:p>
            <a:pPr marL="635" algn="ctr">
              <a:lnSpc>
                <a:spcPct val="100000"/>
              </a:lnSpc>
              <a:spcBef>
                <a:spcPts val="340"/>
              </a:spcBef>
            </a:pPr>
            <a:r>
              <a:rPr sz="1550">
                <a:solidFill>
                  <a:srgbClr val="FDFDFD"/>
                </a:solidFill>
                <a:latin typeface="Arial" panose="020B0604020202020204" pitchFamily="34" charset="0"/>
                <a:ea typeface="Tahoma" panose="020B0604030504040204" pitchFamily="34" charset="0"/>
                <a:cs typeface="Arial" panose="020B0604020202020204" pitchFamily="34" charset="0"/>
              </a:rPr>
              <a:t>Presenter</a:t>
            </a:r>
            <a:r>
              <a:rPr sz="1550" spc="-20">
                <a:solidFill>
                  <a:srgbClr val="FDFDFD"/>
                </a:solidFill>
                <a:latin typeface="Arial" panose="020B0604020202020204" pitchFamily="34" charset="0"/>
                <a:ea typeface="Tahoma" panose="020B0604030504040204" pitchFamily="34" charset="0"/>
                <a:cs typeface="Arial" panose="020B0604020202020204" pitchFamily="34" charset="0"/>
              </a:rPr>
              <a:t> </a:t>
            </a:r>
            <a:r>
              <a:rPr sz="1550" spc="-50">
                <a:solidFill>
                  <a:srgbClr val="FDFDFD"/>
                </a:solidFill>
                <a:latin typeface="Arial" panose="020B0604020202020204" pitchFamily="34" charset="0"/>
                <a:ea typeface="Tahoma" panose="020B0604030504040204" pitchFamily="34" charset="0"/>
                <a:cs typeface="Arial" panose="020B0604020202020204" pitchFamily="34" charset="0"/>
              </a:rPr>
              <a:t>3</a:t>
            </a:r>
            <a:endParaRPr sz="1550">
              <a:latin typeface="Arial" panose="020B0604020202020204" pitchFamily="34" charset="0"/>
              <a:ea typeface="Tahoma" panose="020B0604030504040204" pitchFamily="34" charset="0"/>
              <a:cs typeface="Arial" panose="020B0604020202020204" pitchFamily="34" charset="0"/>
            </a:endParaRPr>
          </a:p>
        </p:txBody>
      </p:sp>
      <p:sp>
        <p:nvSpPr>
          <p:cNvPr id="12" name="object 12"/>
          <p:cNvSpPr txBox="1"/>
          <p:nvPr/>
        </p:nvSpPr>
        <p:spPr>
          <a:xfrm>
            <a:off x="10962762" y="6849669"/>
            <a:ext cx="3295650" cy="752770"/>
          </a:xfrm>
          <a:prstGeom prst="rect">
            <a:avLst/>
          </a:prstGeom>
          <a:solidFill>
            <a:srgbClr val="000000"/>
          </a:solidFill>
        </p:spPr>
        <p:txBody>
          <a:bodyPr vert="horz" wrap="square" lIns="0" tIns="158750" rIns="0" bIns="0" rtlCol="0">
            <a:spAutoFit/>
          </a:bodyPr>
          <a:lstStyle/>
          <a:p>
            <a:pPr algn="ctr">
              <a:lnSpc>
                <a:spcPct val="100000"/>
              </a:lnSpc>
              <a:spcBef>
                <a:spcPts val="1250"/>
              </a:spcBef>
            </a:pPr>
            <a:r>
              <a:rPr sz="2050" spc="-20">
                <a:solidFill>
                  <a:srgbClr val="FDFDFD"/>
                </a:solidFill>
                <a:latin typeface="Arial Black"/>
                <a:cs typeface="Arial Black"/>
              </a:rPr>
              <a:t>Sinobawo</a:t>
            </a:r>
            <a:r>
              <a:rPr sz="2050" spc="-95">
                <a:solidFill>
                  <a:srgbClr val="FDFDFD"/>
                </a:solidFill>
                <a:latin typeface="Arial Black"/>
                <a:cs typeface="Arial Black"/>
              </a:rPr>
              <a:t> </a:t>
            </a:r>
            <a:r>
              <a:rPr sz="2050" spc="-20">
                <a:solidFill>
                  <a:srgbClr val="FDFDFD"/>
                </a:solidFill>
                <a:latin typeface="Arial Black"/>
                <a:cs typeface="Arial Black"/>
              </a:rPr>
              <a:t>Nkomo</a:t>
            </a:r>
            <a:endParaRPr sz="2050">
              <a:latin typeface="Arial Black"/>
              <a:cs typeface="Arial Black"/>
            </a:endParaRPr>
          </a:p>
          <a:p>
            <a:pPr algn="ctr">
              <a:lnSpc>
                <a:spcPct val="100000"/>
              </a:lnSpc>
              <a:spcBef>
                <a:spcPts val="340"/>
              </a:spcBef>
            </a:pPr>
            <a:r>
              <a:rPr sz="1550" spc="-10">
                <a:solidFill>
                  <a:srgbClr val="FDFDFD"/>
                </a:solidFill>
                <a:latin typeface="Tahoma" panose="020B0604030504040204" pitchFamily="34" charset="0"/>
                <a:ea typeface="Tahoma" panose="020B0604030504040204" pitchFamily="34" charset="0"/>
                <a:cs typeface="Tahoma" panose="020B0604030504040204" pitchFamily="34" charset="0"/>
              </a:rPr>
              <a:t>Designer</a:t>
            </a:r>
            <a:endParaRPr sz="1550">
              <a:latin typeface="Tahoma" panose="020B0604030504040204" pitchFamily="34" charset="0"/>
              <a:ea typeface="Tahoma" panose="020B0604030504040204" pitchFamily="34" charset="0"/>
              <a:cs typeface="Tahoma" panose="020B0604030504040204" pitchFamily="34" charset="0"/>
            </a:endParaRPr>
          </a:p>
        </p:txBody>
      </p:sp>
      <p:sp>
        <p:nvSpPr>
          <p:cNvPr id="13" name="object 13"/>
          <p:cNvSpPr txBox="1"/>
          <p:nvPr/>
        </p:nvSpPr>
        <p:spPr>
          <a:xfrm>
            <a:off x="14429049" y="6849669"/>
            <a:ext cx="3295650" cy="752770"/>
          </a:xfrm>
          <a:prstGeom prst="rect">
            <a:avLst/>
          </a:prstGeom>
          <a:solidFill>
            <a:srgbClr val="0F1C56"/>
          </a:solidFill>
        </p:spPr>
        <p:txBody>
          <a:bodyPr vert="horz" wrap="square" lIns="0" tIns="158750" rIns="0" bIns="0" rtlCol="0">
            <a:spAutoFit/>
          </a:bodyPr>
          <a:lstStyle/>
          <a:p>
            <a:pPr algn="ctr">
              <a:lnSpc>
                <a:spcPct val="100000"/>
              </a:lnSpc>
              <a:spcBef>
                <a:spcPts val="1250"/>
              </a:spcBef>
            </a:pPr>
            <a:r>
              <a:rPr sz="2050" spc="-10">
                <a:solidFill>
                  <a:srgbClr val="FDFDFD"/>
                </a:solidFill>
                <a:latin typeface="Arial Black"/>
                <a:cs typeface="Arial Black"/>
              </a:rPr>
              <a:t>Athini</a:t>
            </a:r>
            <a:r>
              <a:rPr sz="2050" spc="-140">
                <a:solidFill>
                  <a:srgbClr val="FDFDFD"/>
                </a:solidFill>
                <a:latin typeface="Arial Black"/>
                <a:cs typeface="Arial Black"/>
              </a:rPr>
              <a:t> </a:t>
            </a:r>
            <a:r>
              <a:rPr sz="2050" spc="-10">
                <a:solidFill>
                  <a:srgbClr val="FDFDFD"/>
                </a:solidFill>
                <a:latin typeface="Arial Black"/>
                <a:cs typeface="Arial Black"/>
              </a:rPr>
              <a:t>Ngquke</a:t>
            </a:r>
            <a:endParaRPr sz="2050">
              <a:latin typeface="Arial Black"/>
              <a:cs typeface="Arial Black"/>
            </a:endParaRPr>
          </a:p>
          <a:p>
            <a:pPr algn="ctr">
              <a:lnSpc>
                <a:spcPct val="100000"/>
              </a:lnSpc>
              <a:spcBef>
                <a:spcPts val="340"/>
              </a:spcBef>
            </a:pPr>
            <a:r>
              <a:rPr sz="1550" spc="-10">
                <a:solidFill>
                  <a:srgbClr val="FDFDFD"/>
                </a:solidFill>
                <a:latin typeface="Tahoma" panose="020B0604030504040204" pitchFamily="34" charset="0"/>
                <a:ea typeface="Tahoma" panose="020B0604030504040204" pitchFamily="34" charset="0"/>
                <a:cs typeface="Tahoma" panose="020B0604030504040204" pitchFamily="34" charset="0"/>
              </a:rPr>
              <a:t>Designer</a:t>
            </a:r>
            <a:endParaRPr sz="1550">
              <a:latin typeface="Tahoma" panose="020B0604030504040204" pitchFamily="34" charset="0"/>
              <a:ea typeface="Tahoma" panose="020B0604030504040204" pitchFamily="34" charset="0"/>
              <a:cs typeface="Tahoma" panose="020B0604030504040204" pitchFamily="34" charset="0"/>
            </a:endParaRPr>
          </a:p>
        </p:txBody>
      </p:sp>
      <p:pic>
        <p:nvPicPr>
          <p:cNvPr id="14" name="object 14"/>
          <p:cNvPicPr/>
          <p:nvPr/>
        </p:nvPicPr>
        <p:blipFill>
          <a:blip r:embed="rId7" cstate="print"/>
          <a:stretch>
            <a:fillRect/>
          </a:stretch>
        </p:blipFill>
        <p:spPr>
          <a:xfrm>
            <a:off x="775823" y="9327714"/>
            <a:ext cx="1095374" cy="770954"/>
          </a:xfrm>
          <a:prstGeom prst="rect">
            <a:avLst/>
          </a:prstGeom>
        </p:spPr>
      </p:pic>
      <p:sp>
        <p:nvSpPr>
          <p:cNvPr id="15" name="object 15"/>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266828" y="0"/>
            <a:ext cx="5021580" cy="10278110"/>
          </a:xfrm>
          <a:custGeom>
            <a:avLst/>
            <a:gdLst/>
            <a:ahLst/>
            <a:cxnLst/>
            <a:rect l="l" t="t" r="r" b="b"/>
            <a:pathLst>
              <a:path w="5021580" h="10278110">
                <a:moveTo>
                  <a:pt x="5021169" y="10277706"/>
                </a:moveTo>
                <a:lnTo>
                  <a:pt x="0" y="10277706"/>
                </a:lnTo>
                <a:lnTo>
                  <a:pt x="0" y="0"/>
                </a:lnTo>
                <a:lnTo>
                  <a:pt x="5021169" y="0"/>
                </a:lnTo>
                <a:lnTo>
                  <a:pt x="5021169" y="10277706"/>
                </a:lnTo>
                <a:close/>
              </a:path>
            </a:pathLst>
          </a:custGeom>
          <a:solidFill>
            <a:srgbClr val="0097B1"/>
          </a:solidFill>
        </p:spPr>
        <p:txBody>
          <a:bodyPr wrap="square" lIns="0" tIns="0" rIns="0" bIns="0" rtlCol="0"/>
          <a:lstStyle/>
          <a:p>
            <a:endParaRPr/>
          </a:p>
        </p:txBody>
      </p:sp>
      <p:sp>
        <p:nvSpPr>
          <p:cNvPr id="14" name="object 14" descr="$PPTXTitle"/>
          <p:cNvSpPr txBox="1">
            <a:spLocks noGrp="1"/>
          </p:cNvSpPr>
          <p:nvPr>
            <p:ph type="title"/>
          </p:nvPr>
        </p:nvSpPr>
        <p:spPr>
          <a:xfrm>
            <a:off x="2327388" y="574718"/>
            <a:ext cx="6578600" cy="1459374"/>
          </a:xfrm>
          <a:prstGeom prst="rect">
            <a:avLst/>
          </a:prstGeom>
        </p:spPr>
        <p:txBody>
          <a:bodyPr vert="horz" wrap="square" lIns="0" tIns="12700" rIns="0" bIns="0" rtlCol="0">
            <a:spAutoFit/>
          </a:bodyPr>
          <a:lstStyle/>
          <a:p>
            <a:pPr marL="12700">
              <a:lnSpc>
                <a:spcPct val="100000"/>
              </a:lnSpc>
              <a:spcBef>
                <a:spcPts val="100"/>
              </a:spcBef>
            </a:pPr>
            <a:r>
              <a:rPr sz="4700" spc="835">
                <a:solidFill>
                  <a:srgbClr val="0097B1"/>
                </a:solidFill>
                <a:latin typeface="Aptos Slab Black" panose="020B0004020202020204" pitchFamily="34" charset="0"/>
                <a:cs typeface="Arial" panose="020B0604020202020204" pitchFamily="34" charset="0"/>
              </a:rPr>
              <a:t>BUSINESS</a:t>
            </a:r>
            <a:r>
              <a:rPr sz="4700" spc="125">
                <a:solidFill>
                  <a:srgbClr val="0097B1"/>
                </a:solidFill>
                <a:latin typeface="Aptos Slab Black" panose="020B0004020202020204" pitchFamily="34" charset="0"/>
                <a:cs typeface="Arial" panose="020B0604020202020204" pitchFamily="34" charset="0"/>
              </a:rPr>
              <a:t>  </a:t>
            </a:r>
            <a:r>
              <a:rPr sz="4700" spc="675">
                <a:solidFill>
                  <a:srgbClr val="0097B1"/>
                </a:solidFill>
                <a:latin typeface="Aptos Slab Black" panose="020B0004020202020204" pitchFamily="34" charset="0"/>
                <a:cs typeface="Arial" panose="020B0604020202020204" pitchFamily="34" charset="0"/>
              </a:rPr>
              <a:t>PROBLEM</a:t>
            </a:r>
            <a:endParaRPr sz="4700">
              <a:latin typeface="Aptos Slab Black" panose="020B0004020202020204" pitchFamily="34" charset="0"/>
              <a:cs typeface="Arial" panose="020B0604020202020204" pitchFamily="34" charset="0"/>
            </a:endParaRPr>
          </a:p>
        </p:txBody>
      </p:sp>
      <p:sp>
        <p:nvSpPr>
          <p:cNvPr id="3" name="object 3"/>
          <p:cNvSpPr txBox="1">
            <a:spLocks noGrp="1"/>
          </p:cNvSpPr>
          <p:nvPr>
            <p:ph type="body" idx="1"/>
          </p:nvPr>
        </p:nvSpPr>
        <p:spPr>
          <a:xfrm>
            <a:off x="1596432" y="2105790"/>
            <a:ext cx="9017000" cy="2619756"/>
          </a:xfrm>
          <a:prstGeom prst="rect">
            <a:avLst/>
          </a:prstGeom>
        </p:spPr>
        <p:txBody>
          <a:bodyPr vert="horz" wrap="square" lIns="0" tIns="12065" rIns="0" bIns="0" rtlCol="0">
            <a:spAutoFit/>
          </a:bodyPr>
          <a:lstStyle/>
          <a:p>
            <a:pPr marL="12700" marR="5080">
              <a:lnSpc>
                <a:spcPct val="116700"/>
              </a:lnSpc>
              <a:spcBef>
                <a:spcPts val="95"/>
              </a:spcBef>
            </a:pPr>
            <a:r>
              <a:rPr sz="2100" spc="-25">
                <a:latin typeface="Arial" panose="020B0604020202020204" pitchFamily="34" charset="0"/>
                <a:ea typeface="Tahoma" panose="020B0604030504040204" pitchFamily="34" charset="0"/>
                <a:cs typeface="Arial" panose="020B0604020202020204" pitchFamily="34" charset="0"/>
              </a:rPr>
              <a:t>Majority</a:t>
            </a:r>
            <a:r>
              <a:rPr sz="2100" spc="-130">
                <a:latin typeface="Arial" panose="020B0604020202020204" pitchFamily="34" charset="0"/>
                <a:ea typeface="Tahoma" panose="020B0604030504040204" pitchFamily="34" charset="0"/>
                <a:cs typeface="Arial" panose="020B0604020202020204" pitchFamily="34" charset="0"/>
              </a:rPr>
              <a:t> </a:t>
            </a:r>
            <a:r>
              <a:rPr sz="2100" spc="-30">
                <a:latin typeface="Arial" panose="020B0604020202020204" pitchFamily="34" charset="0"/>
                <a:ea typeface="Tahoma" panose="020B0604030504040204" pitchFamily="34" charset="0"/>
                <a:cs typeface="Arial" panose="020B0604020202020204" pitchFamily="34" charset="0"/>
              </a:rPr>
              <a:t>of</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students</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that</a:t>
            </a:r>
            <a:r>
              <a:rPr sz="2100" spc="-125">
                <a:latin typeface="Arial" panose="020B0604020202020204" pitchFamily="34" charset="0"/>
                <a:ea typeface="Tahoma" panose="020B0604030504040204" pitchFamily="34" charset="0"/>
                <a:cs typeface="Arial" panose="020B0604020202020204" pitchFamily="34" charset="0"/>
              </a:rPr>
              <a:t> </a:t>
            </a:r>
            <a:r>
              <a:rPr sz="2100" spc="85">
                <a:latin typeface="Arial" panose="020B0604020202020204" pitchFamily="34" charset="0"/>
                <a:ea typeface="Tahoma" panose="020B0604030504040204" pitchFamily="34" charset="0"/>
                <a:cs typeface="Arial" panose="020B0604020202020204" pitchFamily="34" charset="0"/>
              </a:rPr>
              <a:t>are</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doing</a:t>
            </a:r>
            <a:r>
              <a:rPr sz="2100" spc="-125">
                <a:latin typeface="Arial" panose="020B0604020202020204" pitchFamily="34" charset="0"/>
                <a:ea typeface="Tahoma" panose="020B0604030504040204" pitchFamily="34" charset="0"/>
                <a:cs typeface="Arial" panose="020B0604020202020204" pitchFamily="34" charset="0"/>
              </a:rPr>
              <a:t> </a:t>
            </a:r>
            <a:r>
              <a:rPr sz="2100" spc="-65">
                <a:latin typeface="Arial" panose="020B0604020202020204" pitchFamily="34" charset="0"/>
                <a:ea typeface="Tahoma" panose="020B0604030504040204" pitchFamily="34" charset="0"/>
                <a:cs typeface="Arial" panose="020B0604020202020204" pitchFamily="34" charset="0"/>
              </a:rPr>
              <a:t>ICT</a:t>
            </a:r>
            <a:r>
              <a:rPr sz="2100" spc="-125">
                <a:latin typeface="Arial" panose="020B0604020202020204" pitchFamily="34" charset="0"/>
                <a:ea typeface="Tahoma" panose="020B0604030504040204" pitchFamily="34" charset="0"/>
                <a:cs typeface="Arial" panose="020B0604020202020204" pitchFamily="34" charset="0"/>
              </a:rPr>
              <a:t> </a:t>
            </a:r>
            <a:r>
              <a:rPr sz="2100" spc="85">
                <a:latin typeface="Arial" panose="020B0604020202020204" pitchFamily="34" charset="0"/>
                <a:ea typeface="Tahoma" panose="020B0604030504040204" pitchFamily="34" charset="0"/>
                <a:cs typeface="Arial" panose="020B0604020202020204" pitchFamily="34" charset="0"/>
              </a:rPr>
              <a:t>are</a:t>
            </a:r>
            <a:r>
              <a:rPr sz="2100" spc="-130">
                <a:latin typeface="Arial" panose="020B0604020202020204" pitchFamily="34" charset="0"/>
                <a:ea typeface="Tahoma" panose="020B0604030504040204" pitchFamily="34" charset="0"/>
                <a:cs typeface="Arial" panose="020B0604020202020204" pitchFamily="34" charset="0"/>
              </a:rPr>
              <a:t> </a:t>
            </a:r>
            <a:r>
              <a:rPr sz="2100" spc="60">
                <a:latin typeface="Arial" panose="020B0604020202020204" pitchFamily="34" charset="0"/>
                <a:ea typeface="Tahoma" panose="020B0604030504040204" pitchFamily="34" charset="0"/>
                <a:cs typeface="Arial" panose="020B0604020202020204" pitchFamily="34" charset="0"/>
              </a:rPr>
              <a:t>coming</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from</a:t>
            </a:r>
            <a:r>
              <a:rPr sz="2100" spc="-125">
                <a:latin typeface="Arial" panose="020B0604020202020204" pitchFamily="34" charset="0"/>
                <a:ea typeface="Tahoma" panose="020B0604030504040204" pitchFamily="34" charset="0"/>
                <a:cs typeface="Arial" panose="020B0604020202020204" pitchFamily="34" charset="0"/>
              </a:rPr>
              <a:t> </a:t>
            </a:r>
            <a:r>
              <a:rPr sz="2100" spc="55">
                <a:latin typeface="Arial" panose="020B0604020202020204" pitchFamily="34" charset="0"/>
                <a:ea typeface="Tahoma" panose="020B0604030504040204" pitchFamily="34" charset="0"/>
                <a:cs typeface="Arial" panose="020B0604020202020204" pitchFamily="34" charset="0"/>
              </a:rPr>
              <a:t>disadvantaged </a:t>
            </a:r>
            <a:r>
              <a:rPr sz="2100">
                <a:latin typeface="Arial" panose="020B0604020202020204" pitchFamily="34" charset="0"/>
                <a:ea typeface="Tahoma" panose="020B0604030504040204" pitchFamily="34" charset="0"/>
                <a:cs typeface="Arial" panose="020B0604020202020204" pitchFamily="34" charset="0"/>
              </a:rPr>
              <a:t>backgrounds,</a:t>
            </a:r>
            <a:r>
              <a:rPr sz="2100" spc="-125">
                <a:latin typeface="Arial" panose="020B0604020202020204" pitchFamily="34" charset="0"/>
                <a:ea typeface="Tahoma" panose="020B0604030504040204" pitchFamily="34" charset="0"/>
                <a:cs typeface="Arial" panose="020B0604020202020204" pitchFamily="34" charset="0"/>
              </a:rPr>
              <a:t> </a:t>
            </a:r>
            <a:r>
              <a:rPr sz="2100" spc="110">
                <a:latin typeface="Arial" panose="020B0604020202020204" pitchFamily="34" charset="0"/>
                <a:ea typeface="Tahoma" panose="020B0604030504040204" pitchFamily="34" charset="0"/>
                <a:cs typeface="Arial" panose="020B0604020202020204" pitchFamily="34" charset="0"/>
              </a:rPr>
              <a:t>and</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lack</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clothing</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items</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to</a:t>
            </a:r>
            <a:r>
              <a:rPr sz="2100" spc="-120">
                <a:latin typeface="Arial" panose="020B0604020202020204" pitchFamily="34" charset="0"/>
                <a:ea typeface="Tahoma" panose="020B0604030504040204" pitchFamily="34" charset="0"/>
                <a:cs typeface="Arial" panose="020B0604020202020204" pitchFamily="34" charset="0"/>
              </a:rPr>
              <a:t> </a:t>
            </a:r>
            <a:r>
              <a:rPr sz="2100" spc="80">
                <a:latin typeface="Arial" panose="020B0604020202020204" pitchFamily="34" charset="0"/>
                <a:ea typeface="Tahoma" panose="020B0604030504040204" pitchFamily="34" charset="0"/>
                <a:cs typeface="Arial" panose="020B0604020202020204" pitchFamily="34" charset="0"/>
              </a:rPr>
              <a:t>wear</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on</a:t>
            </a:r>
            <a:r>
              <a:rPr sz="2100" spc="-125">
                <a:latin typeface="Arial" panose="020B0604020202020204" pitchFamily="34" charset="0"/>
                <a:ea typeface="Tahoma" panose="020B0604030504040204" pitchFamily="34" charset="0"/>
                <a:cs typeface="Arial" panose="020B0604020202020204" pitchFamily="34" charset="0"/>
              </a:rPr>
              <a:t> </a:t>
            </a:r>
            <a:r>
              <a:rPr sz="2100" spc="110">
                <a:latin typeface="Arial" panose="020B0604020202020204" pitchFamily="34" charset="0"/>
                <a:ea typeface="Tahoma" panose="020B0604030504040204" pitchFamily="34" charset="0"/>
                <a:cs typeface="Arial" panose="020B0604020202020204" pitchFamily="34" charset="0"/>
              </a:rPr>
              <a:t>campus</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on</a:t>
            </a:r>
            <a:r>
              <a:rPr sz="2100" spc="-125">
                <a:latin typeface="Arial" panose="020B0604020202020204" pitchFamily="34" charset="0"/>
                <a:ea typeface="Tahoma" panose="020B0604030504040204" pitchFamily="34" charset="0"/>
                <a:cs typeface="Arial" panose="020B0604020202020204" pitchFamily="34" charset="0"/>
              </a:rPr>
              <a:t> </a:t>
            </a:r>
            <a:r>
              <a:rPr sz="2100" spc="260">
                <a:latin typeface="Arial" panose="020B0604020202020204" pitchFamily="34" charset="0"/>
                <a:ea typeface="Tahoma" panose="020B0604030504040204" pitchFamily="34" charset="0"/>
                <a:cs typeface="Arial" panose="020B0604020202020204" pitchFamily="34" charset="0"/>
              </a:rPr>
              <a:t>a</a:t>
            </a:r>
            <a:r>
              <a:rPr sz="2100" spc="-125">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daily </a:t>
            </a:r>
            <a:r>
              <a:rPr sz="2100" spc="-25">
                <a:latin typeface="Arial" panose="020B0604020202020204" pitchFamily="34" charset="0"/>
                <a:ea typeface="Tahoma" panose="020B0604030504040204" pitchFamily="34" charset="0"/>
                <a:cs typeface="Arial" panose="020B0604020202020204" pitchFamily="34" charset="0"/>
              </a:rPr>
              <a:t>basis.</a:t>
            </a:r>
            <a:r>
              <a:rPr sz="2100" spc="-120">
                <a:latin typeface="Arial" panose="020B0604020202020204" pitchFamily="34" charset="0"/>
                <a:ea typeface="Tahoma" panose="020B0604030504040204" pitchFamily="34" charset="0"/>
                <a:cs typeface="Arial" panose="020B0604020202020204" pitchFamily="34" charset="0"/>
              </a:rPr>
              <a:t> </a:t>
            </a:r>
            <a:r>
              <a:rPr sz="2100" spc="-25">
                <a:latin typeface="Arial" panose="020B0604020202020204" pitchFamily="34" charset="0"/>
                <a:ea typeface="Tahoma" panose="020B0604030504040204" pitchFamily="34" charset="0"/>
                <a:cs typeface="Arial" panose="020B0604020202020204" pitchFamily="34" charset="0"/>
              </a:rPr>
              <a:t>The</a:t>
            </a:r>
            <a:r>
              <a:rPr sz="2100" spc="-120">
                <a:latin typeface="Arial" panose="020B0604020202020204" pitchFamily="34" charset="0"/>
                <a:ea typeface="Tahoma" panose="020B0604030504040204" pitchFamily="34" charset="0"/>
                <a:cs typeface="Arial" panose="020B0604020202020204" pitchFamily="34" charset="0"/>
              </a:rPr>
              <a:t> </a:t>
            </a:r>
            <a:r>
              <a:rPr sz="2100" spc="-25">
                <a:latin typeface="Arial" panose="020B0604020202020204" pitchFamily="34" charset="0"/>
                <a:ea typeface="Tahoma" panose="020B0604030504040204" pitchFamily="34" charset="0"/>
                <a:cs typeface="Arial" panose="020B0604020202020204" pitchFamily="34" charset="0"/>
              </a:rPr>
              <a:t>NSFAS</a:t>
            </a:r>
            <a:r>
              <a:rPr sz="2100" spc="-120">
                <a:latin typeface="Arial" panose="020B0604020202020204" pitchFamily="34" charset="0"/>
                <a:ea typeface="Tahoma" panose="020B0604030504040204" pitchFamily="34" charset="0"/>
                <a:cs typeface="Arial" panose="020B0604020202020204" pitchFamily="34" charset="0"/>
              </a:rPr>
              <a:t> </a:t>
            </a:r>
            <a:r>
              <a:rPr sz="2100" spc="-40">
                <a:latin typeface="Arial" panose="020B0604020202020204" pitchFamily="34" charset="0"/>
                <a:ea typeface="Tahoma" panose="020B0604030504040204" pitchFamily="34" charset="0"/>
                <a:cs typeface="Arial" panose="020B0604020202020204" pitchFamily="34" charset="0"/>
              </a:rPr>
              <a:t>living</a:t>
            </a:r>
            <a:r>
              <a:rPr sz="2100" spc="-120">
                <a:latin typeface="Arial" panose="020B0604020202020204" pitchFamily="34" charset="0"/>
                <a:ea typeface="Tahoma" panose="020B0604030504040204" pitchFamily="34" charset="0"/>
                <a:cs typeface="Arial" panose="020B0604020202020204" pitchFamily="34" charset="0"/>
              </a:rPr>
              <a:t> </a:t>
            </a:r>
            <a:r>
              <a:rPr sz="2100" spc="65">
                <a:latin typeface="Arial" panose="020B0604020202020204" pitchFamily="34" charset="0"/>
                <a:ea typeface="Tahoma" panose="020B0604030504040204" pitchFamily="34" charset="0"/>
                <a:cs typeface="Arial" panose="020B0604020202020204" pitchFamily="34" charset="0"/>
              </a:rPr>
              <a:t>allowance</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they</a:t>
            </a:r>
            <a:r>
              <a:rPr sz="2100" spc="-120">
                <a:latin typeface="Arial" panose="020B0604020202020204" pitchFamily="34" charset="0"/>
                <a:ea typeface="Tahoma" panose="020B0604030504040204" pitchFamily="34" charset="0"/>
                <a:cs typeface="Arial" panose="020B0604020202020204" pitchFamily="34" charset="0"/>
              </a:rPr>
              <a:t> </a:t>
            </a:r>
            <a:r>
              <a:rPr sz="2100" spc="45">
                <a:latin typeface="Arial" panose="020B0604020202020204" pitchFamily="34" charset="0"/>
                <a:ea typeface="Tahoma" panose="020B0604030504040204" pitchFamily="34" charset="0"/>
                <a:cs typeface="Arial" panose="020B0604020202020204" pitchFamily="34" charset="0"/>
              </a:rPr>
              <a:t>recieve</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on</a:t>
            </a:r>
            <a:r>
              <a:rPr sz="2100" spc="-120">
                <a:latin typeface="Arial" panose="020B0604020202020204" pitchFamily="34" charset="0"/>
                <a:ea typeface="Tahoma" panose="020B0604030504040204" pitchFamily="34" charset="0"/>
                <a:cs typeface="Arial" panose="020B0604020202020204" pitchFamily="34" charset="0"/>
              </a:rPr>
              <a:t> </a:t>
            </a:r>
            <a:r>
              <a:rPr sz="2100" spc="260">
                <a:latin typeface="Arial" panose="020B0604020202020204" pitchFamily="34" charset="0"/>
                <a:ea typeface="Tahoma" panose="020B0604030504040204" pitchFamily="34" charset="0"/>
                <a:cs typeface="Arial" panose="020B0604020202020204" pitchFamily="34" charset="0"/>
              </a:rPr>
              <a:t>a</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monthly</a:t>
            </a:r>
            <a:r>
              <a:rPr sz="2100" spc="-120">
                <a:latin typeface="Arial" panose="020B0604020202020204" pitchFamily="34" charset="0"/>
                <a:ea typeface="Tahoma" panose="020B0604030504040204" pitchFamily="34" charset="0"/>
                <a:cs typeface="Arial" panose="020B0604020202020204" pitchFamily="34" charset="0"/>
              </a:rPr>
              <a:t> </a:t>
            </a:r>
            <a:r>
              <a:rPr sz="2100" spc="-25">
                <a:latin typeface="Arial" panose="020B0604020202020204" pitchFamily="34" charset="0"/>
                <a:ea typeface="Tahoma" panose="020B0604030504040204" pitchFamily="34" charset="0"/>
                <a:cs typeface="Arial" panose="020B0604020202020204" pitchFamily="34" charset="0"/>
              </a:rPr>
              <a:t>basis,</a:t>
            </a:r>
            <a:r>
              <a:rPr sz="2100" spc="-120">
                <a:latin typeface="Arial" panose="020B0604020202020204" pitchFamily="34" charset="0"/>
                <a:ea typeface="Tahoma" panose="020B0604030504040204" pitchFamily="34" charset="0"/>
                <a:cs typeface="Arial" panose="020B0604020202020204" pitchFamily="34" charset="0"/>
              </a:rPr>
              <a:t> </a:t>
            </a:r>
            <a:r>
              <a:rPr sz="2100" spc="-20">
                <a:latin typeface="Arial" panose="020B0604020202020204" pitchFamily="34" charset="0"/>
                <a:ea typeface="Tahoma" panose="020B0604030504040204" pitchFamily="34" charset="0"/>
                <a:cs typeface="Arial" panose="020B0604020202020204" pitchFamily="34" charset="0"/>
              </a:rPr>
              <a:t>must </a:t>
            </a:r>
            <a:r>
              <a:rPr sz="2100" spc="55">
                <a:latin typeface="Arial" panose="020B0604020202020204" pitchFamily="34" charset="0"/>
                <a:ea typeface="Tahoma" panose="020B0604030504040204" pitchFamily="34" charset="0"/>
                <a:cs typeface="Arial" panose="020B0604020202020204" pitchFamily="34" charset="0"/>
              </a:rPr>
              <a:t>cover</a:t>
            </a:r>
            <a:r>
              <a:rPr sz="2100" spc="-105">
                <a:latin typeface="Arial" panose="020B0604020202020204" pitchFamily="34" charset="0"/>
                <a:ea typeface="Tahoma" panose="020B0604030504040204" pitchFamily="34" charset="0"/>
                <a:cs typeface="Arial" panose="020B0604020202020204" pitchFamily="34" charset="0"/>
              </a:rPr>
              <a:t> </a:t>
            </a:r>
            <a:r>
              <a:rPr sz="2100" spc="-55">
                <a:latin typeface="Arial" panose="020B0604020202020204" pitchFamily="34" charset="0"/>
                <a:ea typeface="Tahoma" panose="020B0604030504040204" pitchFamily="34" charset="0"/>
                <a:cs typeface="Arial" panose="020B0604020202020204" pitchFamily="34" charset="0"/>
              </a:rPr>
              <a:t>food,</a:t>
            </a:r>
            <a:r>
              <a:rPr sz="2100" spc="-105">
                <a:latin typeface="Arial" panose="020B0604020202020204" pitchFamily="34" charset="0"/>
                <a:ea typeface="Tahoma" panose="020B0604030504040204" pitchFamily="34" charset="0"/>
                <a:cs typeface="Arial" panose="020B0604020202020204" pitchFamily="34" charset="0"/>
              </a:rPr>
              <a:t> </a:t>
            </a:r>
            <a:r>
              <a:rPr sz="2100" spc="-65">
                <a:latin typeface="Arial" panose="020B0604020202020204" pitchFamily="34" charset="0"/>
                <a:ea typeface="Tahoma" panose="020B0604030504040204" pitchFamily="34" charset="0"/>
                <a:cs typeface="Arial" panose="020B0604020202020204" pitchFamily="34" charset="0"/>
              </a:rPr>
              <a:t>toiletries,</a:t>
            </a:r>
            <a:r>
              <a:rPr sz="2100" spc="-105">
                <a:latin typeface="Arial" panose="020B0604020202020204" pitchFamily="34" charset="0"/>
                <a:ea typeface="Tahoma" panose="020B0604030504040204" pitchFamily="34" charset="0"/>
                <a:cs typeface="Arial" panose="020B0604020202020204" pitchFamily="34" charset="0"/>
              </a:rPr>
              <a:t> </a:t>
            </a:r>
            <a:r>
              <a:rPr sz="2100" spc="110">
                <a:latin typeface="Arial" panose="020B0604020202020204" pitchFamily="34" charset="0"/>
                <a:ea typeface="Tahoma" panose="020B0604030504040204" pitchFamily="34" charset="0"/>
                <a:cs typeface="Arial" panose="020B0604020202020204" pitchFamily="34" charset="0"/>
              </a:rPr>
              <a:t>and</a:t>
            </a:r>
            <a:r>
              <a:rPr sz="2100" spc="-10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medication,</a:t>
            </a:r>
            <a:r>
              <a:rPr sz="2100" spc="-10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making</a:t>
            </a:r>
            <a:r>
              <a:rPr sz="2100" spc="-105">
                <a:latin typeface="Arial" panose="020B0604020202020204" pitchFamily="34" charset="0"/>
                <a:ea typeface="Tahoma" panose="020B0604030504040204" pitchFamily="34" charset="0"/>
                <a:cs typeface="Arial" panose="020B0604020202020204" pitchFamily="34" charset="0"/>
              </a:rPr>
              <a:t> </a:t>
            </a:r>
            <a:r>
              <a:rPr sz="2100" spc="-80">
                <a:latin typeface="Arial" panose="020B0604020202020204" pitchFamily="34" charset="0"/>
                <a:ea typeface="Tahoma" panose="020B0604030504040204" pitchFamily="34" charset="0"/>
                <a:cs typeface="Arial" panose="020B0604020202020204" pitchFamily="34" charset="0"/>
              </a:rPr>
              <a:t>it</a:t>
            </a:r>
            <a:r>
              <a:rPr sz="2100" spc="-10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to</a:t>
            </a:r>
            <a:r>
              <a:rPr sz="2100" spc="-100">
                <a:latin typeface="Arial" panose="020B0604020202020204" pitchFamily="34" charset="0"/>
                <a:ea typeface="Tahoma" panose="020B0604030504040204" pitchFamily="34" charset="0"/>
                <a:cs typeface="Arial" panose="020B0604020202020204" pitchFamily="34" charset="0"/>
              </a:rPr>
              <a:t> </a:t>
            </a:r>
            <a:r>
              <a:rPr sz="2100" spc="100">
                <a:latin typeface="Arial" panose="020B0604020202020204" pitchFamily="34" charset="0"/>
                <a:ea typeface="Tahoma" panose="020B0604030504040204" pitchFamily="34" charset="0"/>
                <a:cs typeface="Arial" panose="020B0604020202020204" pitchFamily="34" charset="0"/>
              </a:rPr>
              <a:t>be</a:t>
            </a:r>
            <a:r>
              <a:rPr sz="2100" spc="-10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very</a:t>
            </a:r>
            <a:r>
              <a:rPr sz="2100" spc="-105">
                <a:latin typeface="Arial" panose="020B0604020202020204" pitchFamily="34" charset="0"/>
                <a:ea typeface="Tahoma" panose="020B0604030504040204" pitchFamily="34" charset="0"/>
                <a:cs typeface="Arial" panose="020B0604020202020204" pitchFamily="34" charset="0"/>
              </a:rPr>
              <a:t> </a:t>
            </a:r>
            <a:r>
              <a:rPr sz="2100" spc="-50">
                <a:latin typeface="Arial" panose="020B0604020202020204" pitchFamily="34" charset="0"/>
                <a:ea typeface="Tahoma" panose="020B0604030504040204" pitchFamily="34" charset="0"/>
                <a:cs typeface="Arial" panose="020B0604020202020204" pitchFamily="34" charset="0"/>
              </a:rPr>
              <a:t>difficult</a:t>
            </a:r>
            <a:r>
              <a:rPr sz="2100" spc="-105">
                <a:latin typeface="Arial" panose="020B0604020202020204" pitchFamily="34" charset="0"/>
                <a:ea typeface="Tahoma" panose="020B0604030504040204" pitchFamily="34" charset="0"/>
                <a:cs typeface="Arial" panose="020B0604020202020204" pitchFamily="34" charset="0"/>
              </a:rPr>
              <a:t> </a:t>
            </a:r>
            <a:r>
              <a:rPr sz="2100" spc="-25">
                <a:latin typeface="Arial" panose="020B0604020202020204" pitchFamily="34" charset="0"/>
                <a:ea typeface="Tahoma" panose="020B0604030504040204" pitchFamily="34" charset="0"/>
                <a:cs typeface="Arial" panose="020B0604020202020204" pitchFamily="34" charset="0"/>
              </a:rPr>
              <a:t>for </a:t>
            </a:r>
            <a:r>
              <a:rPr sz="2100" spc="70">
                <a:latin typeface="Arial" panose="020B0604020202020204" pitchFamily="34" charset="0"/>
                <a:ea typeface="Tahoma" panose="020B0604030504040204" pitchFamily="34" charset="0"/>
                <a:cs typeface="Arial" panose="020B0604020202020204" pitchFamily="34" charset="0"/>
              </a:rPr>
              <a:t>them</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to</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afford</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expensive</a:t>
            </a:r>
            <a:r>
              <a:rPr sz="2100" spc="44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clothing</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items</a:t>
            </a:r>
            <a:r>
              <a:rPr sz="2100" spc="-12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that</a:t>
            </a:r>
            <a:r>
              <a:rPr sz="2100" spc="-120">
                <a:latin typeface="Arial" panose="020B0604020202020204" pitchFamily="34" charset="0"/>
                <a:ea typeface="Tahoma" panose="020B0604030504040204" pitchFamily="34" charset="0"/>
                <a:cs typeface="Arial" panose="020B0604020202020204" pitchFamily="34" charset="0"/>
              </a:rPr>
              <a:t> </a:t>
            </a:r>
            <a:r>
              <a:rPr sz="2100" spc="85">
                <a:latin typeface="Arial" panose="020B0604020202020204" pitchFamily="34" charset="0"/>
                <a:ea typeface="Tahoma" panose="020B0604030504040204" pitchFamily="34" charset="0"/>
                <a:cs typeface="Arial" panose="020B0604020202020204" pitchFamily="34" charset="0"/>
              </a:rPr>
              <a:t>are</a:t>
            </a:r>
            <a:r>
              <a:rPr sz="2100" spc="-120">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sold</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on</a:t>
            </a:r>
            <a:r>
              <a:rPr sz="2100" spc="-125">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our</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local</a:t>
            </a:r>
            <a:r>
              <a:rPr sz="2100" spc="-120">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stores, </a:t>
            </a:r>
            <a:r>
              <a:rPr sz="2100">
                <a:latin typeface="Arial" panose="020B0604020202020204" pitchFamily="34" charset="0"/>
                <a:ea typeface="Tahoma" panose="020B0604030504040204" pitchFamily="34" charset="0"/>
                <a:cs typeface="Arial" panose="020B0604020202020204" pitchFamily="34" charset="0"/>
              </a:rPr>
              <a:t>on</a:t>
            </a:r>
            <a:r>
              <a:rPr sz="2100" spc="-145">
                <a:latin typeface="Arial" panose="020B0604020202020204" pitchFamily="34" charset="0"/>
                <a:ea typeface="Tahoma" panose="020B0604030504040204" pitchFamily="34" charset="0"/>
                <a:cs typeface="Arial" panose="020B0604020202020204" pitchFamily="34" charset="0"/>
              </a:rPr>
              <a:t> </a:t>
            </a:r>
            <a:r>
              <a:rPr sz="2100" spc="50">
                <a:latin typeface="Arial" panose="020B0604020202020204" pitchFamily="34" charset="0"/>
                <a:ea typeface="Tahoma" panose="020B0604030504040204" pitchFamily="34" charset="0"/>
                <a:cs typeface="Arial" panose="020B0604020202020204" pitchFamily="34" charset="0"/>
              </a:rPr>
              <a:t>campus,</a:t>
            </a:r>
            <a:r>
              <a:rPr sz="2100" spc="-140">
                <a:latin typeface="Arial" panose="020B0604020202020204" pitchFamily="34" charset="0"/>
                <a:ea typeface="Tahoma" panose="020B0604030504040204" pitchFamily="34" charset="0"/>
                <a:cs typeface="Arial" panose="020B0604020202020204" pitchFamily="34" charset="0"/>
              </a:rPr>
              <a:t> </a:t>
            </a:r>
            <a:r>
              <a:rPr sz="2100" spc="110">
                <a:latin typeface="Arial" panose="020B0604020202020204" pitchFamily="34" charset="0"/>
                <a:ea typeface="Tahoma" panose="020B0604030504040204" pitchFamily="34" charset="0"/>
                <a:cs typeface="Arial" panose="020B0604020202020204" pitchFamily="34" charset="0"/>
              </a:rPr>
              <a:t>and</a:t>
            </a:r>
            <a:r>
              <a:rPr sz="2100" spc="-14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other</a:t>
            </a:r>
            <a:r>
              <a:rPr sz="2100" spc="-140">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online</a:t>
            </a:r>
            <a:r>
              <a:rPr sz="2100" spc="-145">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retail</a:t>
            </a:r>
            <a:r>
              <a:rPr sz="2100" spc="-140">
                <a:latin typeface="Arial" panose="020B0604020202020204" pitchFamily="34" charset="0"/>
                <a:ea typeface="Tahoma" panose="020B0604030504040204" pitchFamily="34" charset="0"/>
                <a:cs typeface="Arial" panose="020B0604020202020204" pitchFamily="34" charset="0"/>
              </a:rPr>
              <a:t> </a:t>
            </a:r>
            <a:r>
              <a:rPr sz="2100" spc="-45">
                <a:latin typeface="Arial" panose="020B0604020202020204" pitchFamily="34" charset="0"/>
                <a:ea typeface="Tahoma" panose="020B0604030504040204" pitchFamily="34" charset="0"/>
                <a:cs typeface="Arial" panose="020B0604020202020204" pitchFamily="34" charset="0"/>
              </a:rPr>
              <a:t>stores.</a:t>
            </a:r>
            <a:r>
              <a:rPr sz="2100" spc="-140">
                <a:latin typeface="Arial" panose="020B0604020202020204" pitchFamily="34" charset="0"/>
                <a:ea typeface="Tahoma" panose="020B0604030504040204" pitchFamily="34" charset="0"/>
                <a:cs typeface="Arial" panose="020B0604020202020204" pitchFamily="34" charset="0"/>
              </a:rPr>
              <a:t> </a:t>
            </a:r>
            <a:r>
              <a:rPr sz="2100" spc="100">
                <a:latin typeface="Arial" panose="020B0604020202020204" pitchFamily="34" charset="0"/>
                <a:ea typeface="Tahoma" panose="020B0604030504040204" pitchFamily="34" charset="0"/>
                <a:cs typeface="Arial" panose="020B0604020202020204" pitchFamily="34" charset="0"/>
              </a:rPr>
              <a:t>Some</a:t>
            </a:r>
            <a:r>
              <a:rPr sz="2100" spc="-140">
                <a:latin typeface="Arial" panose="020B0604020202020204" pitchFamily="34" charset="0"/>
                <a:ea typeface="Tahoma" panose="020B0604030504040204" pitchFamily="34" charset="0"/>
                <a:cs typeface="Arial" panose="020B0604020202020204" pitchFamily="34" charset="0"/>
              </a:rPr>
              <a:t> </a:t>
            </a:r>
            <a:r>
              <a:rPr sz="2100" spc="-30">
                <a:latin typeface="Arial" panose="020B0604020202020204" pitchFamily="34" charset="0"/>
                <a:ea typeface="Tahoma" panose="020B0604030504040204" pitchFamily="34" charset="0"/>
                <a:cs typeface="Arial" panose="020B0604020202020204" pitchFamily="34" charset="0"/>
              </a:rPr>
              <a:t>of</a:t>
            </a:r>
            <a:r>
              <a:rPr sz="2100" spc="-14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the</a:t>
            </a:r>
            <a:r>
              <a:rPr sz="2100" spc="-145">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online</a:t>
            </a:r>
            <a:r>
              <a:rPr sz="2100" spc="-140">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stores</a:t>
            </a:r>
            <a:r>
              <a:rPr sz="2100" spc="-140">
                <a:latin typeface="Arial" panose="020B0604020202020204" pitchFamily="34" charset="0"/>
                <a:ea typeface="Tahoma" panose="020B0604030504040204" pitchFamily="34" charset="0"/>
                <a:cs typeface="Arial" panose="020B0604020202020204" pitchFamily="34" charset="0"/>
              </a:rPr>
              <a:t> </a:t>
            </a:r>
            <a:r>
              <a:rPr sz="2100" spc="-20">
                <a:latin typeface="Arial" panose="020B0604020202020204" pitchFamily="34" charset="0"/>
                <a:ea typeface="Tahoma" panose="020B0604030504040204" pitchFamily="34" charset="0"/>
                <a:cs typeface="Arial" panose="020B0604020202020204" pitchFamily="34" charset="0"/>
              </a:rPr>
              <a:t>also </a:t>
            </a:r>
            <a:r>
              <a:rPr sz="2100" spc="-10">
                <a:latin typeface="Arial" panose="020B0604020202020204" pitchFamily="34" charset="0"/>
                <a:ea typeface="Tahoma" panose="020B0604030504040204" pitchFamily="34" charset="0"/>
                <a:cs typeface="Arial" panose="020B0604020202020204" pitchFamily="34" charset="0"/>
              </a:rPr>
              <a:t>requires</a:t>
            </a:r>
            <a:r>
              <a:rPr sz="2100" spc="-125">
                <a:latin typeface="Arial" panose="020B0604020202020204" pitchFamily="34" charset="0"/>
                <a:ea typeface="Tahoma" panose="020B0604030504040204" pitchFamily="34" charset="0"/>
                <a:cs typeface="Arial" panose="020B0604020202020204" pitchFamily="34" charset="0"/>
              </a:rPr>
              <a:t> </a:t>
            </a:r>
            <a:r>
              <a:rPr sz="2100" spc="70">
                <a:latin typeface="Arial" panose="020B0604020202020204" pitchFamily="34" charset="0"/>
                <a:ea typeface="Tahoma" panose="020B0604030504040204" pitchFamily="34" charset="0"/>
                <a:cs typeface="Arial" panose="020B0604020202020204" pitchFamily="34" charset="0"/>
              </a:rPr>
              <a:t>them</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to</a:t>
            </a:r>
            <a:r>
              <a:rPr sz="2100" spc="-120">
                <a:latin typeface="Arial" panose="020B0604020202020204" pitchFamily="34" charset="0"/>
                <a:ea typeface="Tahoma" panose="020B0604030504040204" pitchFamily="34" charset="0"/>
                <a:cs typeface="Arial" panose="020B0604020202020204" pitchFamily="34" charset="0"/>
              </a:rPr>
              <a:t> </a:t>
            </a:r>
            <a:r>
              <a:rPr sz="2100" spc="114">
                <a:latin typeface="Arial" panose="020B0604020202020204" pitchFamily="34" charset="0"/>
                <a:ea typeface="Tahoma" panose="020B0604030504040204" pitchFamily="34" charset="0"/>
                <a:cs typeface="Arial" panose="020B0604020202020204" pitchFamily="34" charset="0"/>
              </a:rPr>
              <a:t>pay</a:t>
            </a:r>
            <a:r>
              <a:rPr sz="2100" spc="-120">
                <a:latin typeface="Arial" panose="020B0604020202020204" pitchFamily="34" charset="0"/>
                <a:ea typeface="Tahoma" panose="020B0604030504040204" pitchFamily="34" charset="0"/>
                <a:cs typeface="Arial" panose="020B0604020202020204" pitchFamily="34" charset="0"/>
              </a:rPr>
              <a:t> </a:t>
            </a:r>
            <a:r>
              <a:rPr sz="2100" spc="-55">
                <a:latin typeface="Arial" panose="020B0604020202020204" pitchFamily="34" charset="0"/>
                <a:ea typeface="Tahoma" panose="020B0604030504040204" pitchFamily="34" charset="0"/>
                <a:cs typeface="Arial" panose="020B0604020202020204" pitchFamily="34" charset="0"/>
              </a:rPr>
              <a:t>for</a:t>
            </a:r>
            <a:r>
              <a:rPr sz="2100" spc="-120">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shipping</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fees</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that</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they</a:t>
            </a:r>
            <a:r>
              <a:rPr sz="2100" spc="-120">
                <a:latin typeface="Arial" panose="020B0604020202020204" pitchFamily="34" charset="0"/>
                <a:ea typeface="Tahoma" panose="020B0604030504040204" pitchFamily="34" charset="0"/>
                <a:cs typeface="Arial" panose="020B0604020202020204" pitchFamily="34" charset="0"/>
              </a:rPr>
              <a:t> </a:t>
            </a:r>
            <a:r>
              <a:rPr sz="2100" spc="70">
                <a:latin typeface="Arial" panose="020B0604020202020204" pitchFamily="34" charset="0"/>
                <a:ea typeface="Tahoma" panose="020B0604030504040204" pitchFamily="34" charset="0"/>
                <a:cs typeface="Arial" panose="020B0604020202020204" pitchFamily="34" charset="0"/>
              </a:rPr>
              <a:t>cannot</a:t>
            </a:r>
            <a:r>
              <a:rPr sz="2100" spc="-12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afford</a:t>
            </a:r>
            <a:r>
              <a:rPr sz="2100" spc="-120">
                <a:latin typeface="Arial" panose="020B0604020202020204" pitchFamily="34" charset="0"/>
                <a:ea typeface="Tahoma" panose="020B0604030504040204" pitchFamily="34" charset="0"/>
                <a:cs typeface="Arial" panose="020B0604020202020204" pitchFamily="34" charset="0"/>
              </a:rPr>
              <a:t> </a:t>
            </a:r>
            <a:r>
              <a:rPr sz="2100" spc="85">
                <a:latin typeface="Arial" panose="020B0604020202020204" pitchFamily="34" charset="0"/>
                <a:ea typeface="Tahoma" panose="020B0604030504040204" pitchFamily="34" charset="0"/>
                <a:cs typeface="Arial" panose="020B0604020202020204" pitchFamily="34" charset="0"/>
              </a:rPr>
              <a:t>because </a:t>
            </a:r>
            <a:r>
              <a:rPr sz="2100" spc="-30">
                <a:latin typeface="Arial" panose="020B0604020202020204" pitchFamily="34" charset="0"/>
                <a:ea typeface="Tahoma" panose="020B0604030504040204" pitchFamily="34" charset="0"/>
                <a:cs typeface="Arial" panose="020B0604020202020204" pitchFamily="34" charset="0"/>
              </a:rPr>
              <a:t>of</a:t>
            </a:r>
            <a:r>
              <a:rPr sz="2100" spc="-105">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the</a:t>
            </a:r>
            <a:r>
              <a:rPr sz="2100" spc="-100">
                <a:latin typeface="Arial" panose="020B0604020202020204" pitchFamily="34" charset="0"/>
                <a:ea typeface="Tahoma" panose="020B0604030504040204" pitchFamily="34" charset="0"/>
                <a:cs typeface="Arial" panose="020B0604020202020204" pitchFamily="34" charset="0"/>
              </a:rPr>
              <a:t> </a:t>
            </a:r>
            <a:r>
              <a:rPr sz="2100">
                <a:latin typeface="Arial" panose="020B0604020202020204" pitchFamily="34" charset="0"/>
                <a:ea typeface="Tahoma" panose="020B0604030504040204" pitchFamily="34" charset="0"/>
                <a:cs typeface="Arial" panose="020B0604020202020204" pitchFamily="34" charset="0"/>
              </a:rPr>
              <a:t>cost</a:t>
            </a:r>
            <a:r>
              <a:rPr sz="2100" spc="-105">
                <a:latin typeface="Arial" panose="020B0604020202020204" pitchFamily="34" charset="0"/>
                <a:ea typeface="Tahoma" panose="020B0604030504040204" pitchFamily="34" charset="0"/>
                <a:cs typeface="Arial" panose="020B0604020202020204" pitchFamily="34" charset="0"/>
              </a:rPr>
              <a:t> </a:t>
            </a:r>
            <a:r>
              <a:rPr sz="2100" spc="-30">
                <a:latin typeface="Arial" panose="020B0604020202020204" pitchFamily="34" charset="0"/>
                <a:ea typeface="Tahoma" panose="020B0604030504040204" pitchFamily="34" charset="0"/>
                <a:cs typeface="Arial" panose="020B0604020202020204" pitchFamily="34" charset="0"/>
              </a:rPr>
              <a:t>of</a:t>
            </a:r>
            <a:r>
              <a:rPr sz="2100" spc="-100">
                <a:latin typeface="Arial" panose="020B0604020202020204" pitchFamily="34" charset="0"/>
                <a:ea typeface="Tahoma" panose="020B0604030504040204" pitchFamily="34" charset="0"/>
                <a:cs typeface="Arial" panose="020B0604020202020204" pitchFamily="34" charset="0"/>
              </a:rPr>
              <a:t> </a:t>
            </a:r>
            <a:r>
              <a:rPr sz="2100" spc="-10">
                <a:latin typeface="Arial" panose="020B0604020202020204" pitchFamily="34" charset="0"/>
                <a:ea typeface="Tahoma" panose="020B0604030504040204" pitchFamily="34" charset="0"/>
                <a:cs typeface="Arial" panose="020B0604020202020204" pitchFamily="34" charset="0"/>
              </a:rPr>
              <a:t>living</a:t>
            </a:r>
            <a:r>
              <a:rPr spc="-10">
                <a:latin typeface="Tahoma" panose="020B0604030504040204" pitchFamily="34" charset="0"/>
                <a:ea typeface="Tahoma" panose="020B0604030504040204" pitchFamily="34" charset="0"/>
                <a:cs typeface="Tahoma" panose="020B0604030504040204" pitchFamily="34" charset="0"/>
              </a:rPr>
              <a:t>.</a:t>
            </a:r>
          </a:p>
        </p:txBody>
      </p:sp>
      <p:grpSp>
        <p:nvGrpSpPr>
          <p:cNvPr id="4" name="object 4"/>
          <p:cNvGrpSpPr/>
          <p:nvPr/>
        </p:nvGrpSpPr>
        <p:grpSpPr>
          <a:xfrm>
            <a:off x="1490514" y="276642"/>
            <a:ext cx="16400067" cy="9986661"/>
            <a:chOff x="1594175" y="300722"/>
            <a:chExt cx="16400067" cy="9986661"/>
          </a:xfrm>
        </p:grpSpPr>
        <p:pic>
          <p:nvPicPr>
            <p:cNvPr id="5" name="object 5"/>
            <p:cNvPicPr/>
            <p:nvPr/>
          </p:nvPicPr>
          <p:blipFill>
            <a:blip r:embed="rId2" cstate="print"/>
            <a:stretch>
              <a:fillRect/>
            </a:stretch>
          </p:blipFill>
          <p:spPr>
            <a:xfrm>
              <a:off x="9966267" y="300722"/>
              <a:ext cx="8027975" cy="9598255"/>
            </a:xfrm>
            <a:prstGeom prst="rect">
              <a:avLst/>
            </a:prstGeom>
          </p:spPr>
        </p:pic>
        <p:sp>
          <p:nvSpPr>
            <p:cNvPr id="6" name="object 6"/>
            <p:cNvSpPr/>
            <p:nvPr/>
          </p:nvSpPr>
          <p:spPr>
            <a:xfrm>
              <a:off x="14700691" y="10011158"/>
              <a:ext cx="9525" cy="276225"/>
            </a:xfrm>
            <a:custGeom>
              <a:avLst/>
              <a:gdLst/>
              <a:ahLst/>
              <a:cxnLst/>
              <a:rect l="l" t="t" r="r" b="b"/>
              <a:pathLst>
                <a:path w="9525" h="276225">
                  <a:moveTo>
                    <a:pt x="277" y="0"/>
                  </a:moveTo>
                  <a:lnTo>
                    <a:pt x="0" y="36463"/>
                  </a:lnTo>
                  <a:lnTo>
                    <a:pt x="12" y="38100"/>
                  </a:lnTo>
                  <a:lnTo>
                    <a:pt x="340" y="84672"/>
                  </a:lnTo>
                  <a:lnTo>
                    <a:pt x="444" y="88898"/>
                  </a:lnTo>
                  <a:lnTo>
                    <a:pt x="1515" y="132696"/>
                  </a:lnTo>
                  <a:lnTo>
                    <a:pt x="3416" y="180529"/>
                  </a:lnTo>
                  <a:lnTo>
                    <a:pt x="6037" y="228167"/>
                  </a:lnTo>
                  <a:lnTo>
                    <a:pt x="6069" y="228600"/>
                  </a:lnTo>
                  <a:lnTo>
                    <a:pt x="9463" y="275599"/>
                  </a:lnTo>
                  <a:lnTo>
                    <a:pt x="9485" y="275841"/>
                  </a:lnTo>
                </a:path>
              </a:pathLst>
            </a:custGeom>
            <a:ln w="1904999">
              <a:solidFill>
                <a:srgbClr val="FFFFFF"/>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594175" y="8410948"/>
              <a:ext cx="11401424" cy="707329"/>
            </a:xfrm>
            <a:prstGeom prst="rect">
              <a:avLst/>
            </a:prstGeom>
          </p:spPr>
        </p:pic>
        <p:sp>
          <p:nvSpPr>
            <p:cNvPr id="8" name="object 8"/>
            <p:cNvSpPr/>
            <p:nvPr/>
          </p:nvSpPr>
          <p:spPr>
            <a:xfrm>
              <a:off x="1594175" y="6075352"/>
              <a:ext cx="10399395" cy="3047365"/>
            </a:xfrm>
            <a:custGeom>
              <a:avLst/>
              <a:gdLst/>
              <a:ahLst/>
              <a:cxnLst/>
              <a:rect l="l" t="t" r="r" b="b"/>
              <a:pathLst>
                <a:path w="10399395" h="3047365">
                  <a:moveTo>
                    <a:pt x="10265583" y="3046954"/>
                  </a:moveTo>
                  <a:lnTo>
                    <a:pt x="133349" y="3046954"/>
                  </a:lnTo>
                  <a:lnTo>
                    <a:pt x="91201" y="3040155"/>
                  </a:lnTo>
                  <a:lnTo>
                    <a:pt x="54595" y="3021225"/>
                  </a:lnTo>
                  <a:lnTo>
                    <a:pt x="25728" y="2992358"/>
                  </a:lnTo>
                  <a:lnTo>
                    <a:pt x="6798" y="2955752"/>
                  </a:lnTo>
                  <a:lnTo>
                    <a:pt x="0" y="2913604"/>
                  </a:lnTo>
                  <a:lnTo>
                    <a:pt x="0" y="133349"/>
                  </a:lnTo>
                  <a:lnTo>
                    <a:pt x="6798" y="91201"/>
                  </a:lnTo>
                  <a:lnTo>
                    <a:pt x="25728" y="54595"/>
                  </a:lnTo>
                  <a:lnTo>
                    <a:pt x="54595" y="25728"/>
                  </a:lnTo>
                  <a:lnTo>
                    <a:pt x="91201" y="6798"/>
                  </a:lnTo>
                  <a:lnTo>
                    <a:pt x="133349" y="0"/>
                  </a:lnTo>
                  <a:lnTo>
                    <a:pt x="10265583" y="0"/>
                  </a:lnTo>
                  <a:lnTo>
                    <a:pt x="10307732" y="6798"/>
                  </a:lnTo>
                  <a:lnTo>
                    <a:pt x="10344338" y="25728"/>
                  </a:lnTo>
                  <a:lnTo>
                    <a:pt x="10373205" y="54595"/>
                  </a:lnTo>
                  <a:lnTo>
                    <a:pt x="10392135" y="91201"/>
                  </a:lnTo>
                  <a:lnTo>
                    <a:pt x="10398933" y="133349"/>
                  </a:lnTo>
                  <a:lnTo>
                    <a:pt x="10398933" y="2913604"/>
                  </a:lnTo>
                  <a:lnTo>
                    <a:pt x="10392135" y="2955752"/>
                  </a:lnTo>
                  <a:lnTo>
                    <a:pt x="10373205" y="2992358"/>
                  </a:lnTo>
                  <a:lnTo>
                    <a:pt x="10344338" y="3021225"/>
                  </a:lnTo>
                  <a:lnTo>
                    <a:pt x="10307732" y="3040155"/>
                  </a:lnTo>
                  <a:lnTo>
                    <a:pt x="10265583" y="3046954"/>
                  </a:lnTo>
                  <a:close/>
                </a:path>
              </a:pathLst>
            </a:custGeom>
            <a:solidFill>
              <a:srgbClr val="0097B1"/>
            </a:solidFill>
          </p:spPr>
          <p:txBody>
            <a:bodyPr wrap="square" lIns="0" tIns="0" rIns="0" bIns="0" rtlCol="0"/>
            <a:lstStyle/>
            <a:p>
              <a:endParaRPr/>
            </a:p>
          </p:txBody>
        </p:sp>
        <p:sp>
          <p:nvSpPr>
            <p:cNvPr id="9" name="object 9"/>
            <p:cNvSpPr/>
            <p:nvPr/>
          </p:nvSpPr>
          <p:spPr>
            <a:xfrm>
              <a:off x="5564201" y="6388632"/>
              <a:ext cx="3025147" cy="685800"/>
            </a:xfrm>
            <a:custGeom>
              <a:avLst/>
              <a:gdLst/>
              <a:ahLst/>
              <a:cxnLst/>
              <a:rect l="l" t="t" r="r" b="b"/>
              <a:pathLst>
                <a:path w="2771775" h="685800">
                  <a:moveTo>
                    <a:pt x="2429392" y="685553"/>
                  </a:moveTo>
                  <a:lnTo>
                    <a:pt x="342776" y="685553"/>
                  </a:lnTo>
                  <a:lnTo>
                    <a:pt x="288830" y="681282"/>
                  </a:lnTo>
                  <a:lnTo>
                    <a:pt x="236699" y="668726"/>
                  </a:lnTo>
                  <a:lnTo>
                    <a:pt x="187302" y="648266"/>
                  </a:lnTo>
                  <a:lnTo>
                    <a:pt x="141561" y="620282"/>
                  </a:lnTo>
                  <a:lnTo>
                    <a:pt x="100396" y="585156"/>
                  </a:lnTo>
                  <a:lnTo>
                    <a:pt x="65270" y="543991"/>
                  </a:lnTo>
                  <a:lnTo>
                    <a:pt x="37287" y="498250"/>
                  </a:lnTo>
                  <a:lnTo>
                    <a:pt x="16826" y="448853"/>
                  </a:lnTo>
                  <a:lnTo>
                    <a:pt x="4270" y="396722"/>
                  </a:lnTo>
                  <a:lnTo>
                    <a:pt x="0" y="342776"/>
                  </a:lnTo>
                  <a:lnTo>
                    <a:pt x="4270" y="288830"/>
                  </a:lnTo>
                  <a:lnTo>
                    <a:pt x="16826" y="236699"/>
                  </a:lnTo>
                  <a:lnTo>
                    <a:pt x="37287" y="187302"/>
                  </a:lnTo>
                  <a:lnTo>
                    <a:pt x="65270" y="141562"/>
                  </a:lnTo>
                  <a:lnTo>
                    <a:pt x="100396" y="100397"/>
                  </a:lnTo>
                  <a:lnTo>
                    <a:pt x="141561" y="65271"/>
                  </a:lnTo>
                  <a:lnTo>
                    <a:pt x="187302" y="37287"/>
                  </a:lnTo>
                  <a:lnTo>
                    <a:pt x="236699" y="16826"/>
                  </a:lnTo>
                  <a:lnTo>
                    <a:pt x="288830" y="4270"/>
                  </a:lnTo>
                  <a:lnTo>
                    <a:pt x="342776" y="0"/>
                  </a:lnTo>
                  <a:lnTo>
                    <a:pt x="2429392" y="0"/>
                  </a:lnTo>
                  <a:lnTo>
                    <a:pt x="2483338" y="4270"/>
                  </a:lnTo>
                  <a:lnTo>
                    <a:pt x="2535469" y="16826"/>
                  </a:lnTo>
                  <a:lnTo>
                    <a:pt x="2584866" y="37287"/>
                  </a:lnTo>
                  <a:lnTo>
                    <a:pt x="2630607" y="65271"/>
                  </a:lnTo>
                  <a:lnTo>
                    <a:pt x="2671772" y="100397"/>
                  </a:lnTo>
                  <a:lnTo>
                    <a:pt x="2706898" y="141562"/>
                  </a:lnTo>
                  <a:lnTo>
                    <a:pt x="2734882" y="187302"/>
                  </a:lnTo>
                  <a:lnTo>
                    <a:pt x="2755342" y="236699"/>
                  </a:lnTo>
                  <a:lnTo>
                    <a:pt x="2767898" y="288830"/>
                  </a:lnTo>
                  <a:lnTo>
                    <a:pt x="2771670" y="336476"/>
                  </a:lnTo>
                  <a:lnTo>
                    <a:pt x="2771670" y="349076"/>
                  </a:lnTo>
                  <a:lnTo>
                    <a:pt x="2767898" y="396722"/>
                  </a:lnTo>
                  <a:lnTo>
                    <a:pt x="2755342" y="448853"/>
                  </a:lnTo>
                  <a:lnTo>
                    <a:pt x="2734882" y="498250"/>
                  </a:lnTo>
                  <a:lnTo>
                    <a:pt x="2706898" y="543991"/>
                  </a:lnTo>
                  <a:lnTo>
                    <a:pt x="2671772" y="585156"/>
                  </a:lnTo>
                  <a:lnTo>
                    <a:pt x="2630607" y="620282"/>
                  </a:lnTo>
                  <a:lnTo>
                    <a:pt x="2584866" y="648266"/>
                  </a:lnTo>
                  <a:lnTo>
                    <a:pt x="2535469" y="668726"/>
                  </a:lnTo>
                  <a:lnTo>
                    <a:pt x="2483338" y="681282"/>
                  </a:lnTo>
                  <a:lnTo>
                    <a:pt x="2429392" y="685553"/>
                  </a:lnTo>
                  <a:close/>
                </a:path>
              </a:pathLst>
            </a:custGeom>
            <a:solidFill>
              <a:srgbClr val="FF741F"/>
            </a:solidFill>
          </p:spPr>
          <p:txBody>
            <a:bodyPr wrap="square" lIns="0" tIns="0" rIns="0" bIns="0" rtlCol="0"/>
            <a:lstStyle/>
            <a:p>
              <a:endParaRPr/>
            </a:p>
          </p:txBody>
        </p:sp>
      </p:grpSp>
      <p:sp>
        <p:nvSpPr>
          <p:cNvPr id="10" name="object 10"/>
          <p:cNvSpPr txBox="1"/>
          <p:nvPr/>
        </p:nvSpPr>
        <p:spPr>
          <a:xfrm>
            <a:off x="5616688" y="6507949"/>
            <a:ext cx="2600325" cy="404495"/>
          </a:xfrm>
          <a:prstGeom prst="rect">
            <a:avLst/>
          </a:prstGeom>
        </p:spPr>
        <p:txBody>
          <a:bodyPr vert="horz" wrap="square" lIns="0" tIns="17145" rIns="0" bIns="0" rtlCol="0">
            <a:spAutoFit/>
          </a:bodyPr>
          <a:lstStyle/>
          <a:p>
            <a:pPr marL="12700">
              <a:lnSpc>
                <a:spcPct val="100000"/>
              </a:lnSpc>
              <a:spcBef>
                <a:spcPts val="135"/>
              </a:spcBef>
            </a:pPr>
            <a:r>
              <a:rPr sz="2450" spc="-220">
                <a:solidFill>
                  <a:srgbClr val="FFFFFF"/>
                </a:solidFill>
                <a:latin typeface="Arial Black"/>
                <a:cs typeface="Arial Black"/>
              </a:rPr>
              <a:t>CONSEQUENCES</a:t>
            </a:r>
            <a:endParaRPr sz="2450">
              <a:latin typeface="Arial Black"/>
              <a:cs typeface="Arial Black"/>
            </a:endParaRPr>
          </a:p>
        </p:txBody>
      </p:sp>
      <p:grpSp>
        <p:nvGrpSpPr>
          <p:cNvPr id="11" name="object 11"/>
          <p:cNvGrpSpPr/>
          <p:nvPr/>
        </p:nvGrpSpPr>
        <p:grpSpPr>
          <a:xfrm>
            <a:off x="0" y="-1"/>
            <a:ext cx="2224405" cy="10099040"/>
            <a:chOff x="0" y="-1"/>
            <a:chExt cx="2224405" cy="10099040"/>
          </a:xfrm>
        </p:grpSpPr>
        <p:pic>
          <p:nvPicPr>
            <p:cNvPr id="12" name="object 12"/>
            <p:cNvPicPr/>
            <p:nvPr/>
          </p:nvPicPr>
          <p:blipFill>
            <a:blip r:embed="rId4" cstate="print"/>
            <a:stretch>
              <a:fillRect/>
            </a:stretch>
          </p:blipFill>
          <p:spPr>
            <a:xfrm>
              <a:off x="775823" y="9327714"/>
              <a:ext cx="1095374" cy="770954"/>
            </a:xfrm>
            <a:prstGeom prst="rect">
              <a:avLst/>
            </a:prstGeom>
          </p:spPr>
        </p:pic>
        <p:sp>
          <p:nvSpPr>
            <p:cNvPr id="13" name="object 13"/>
            <p:cNvSpPr/>
            <p:nvPr/>
          </p:nvSpPr>
          <p:spPr>
            <a:xfrm>
              <a:off x="0" y="-1"/>
              <a:ext cx="2224405" cy="2164715"/>
            </a:xfrm>
            <a:custGeom>
              <a:avLst/>
              <a:gdLst/>
              <a:ahLst/>
              <a:cxnLst/>
              <a:rect l="l" t="t" r="r" b="b"/>
              <a:pathLst>
                <a:path w="2224405" h="2164715">
                  <a:moveTo>
                    <a:pt x="0" y="2164552"/>
                  </a:moveTo>
                  <a:lnTo>
                    <a:pt x="0" y="0"/>
                  </a:lnTo>
                  <a:lnTo>
                    <a:pt x="2224082" y="0"/>
                  </a:lnTo>
                  <a:lnTo>
                    <a:pt x="2217959" y="39224"/>
                  </a:lnTo>
                  <a:lnTo>
                    <a:pt x="2209233" y="90024"/>
                  </a:lnTo>
                  <a:lnTo>
                    <a:pt x="2199719" y="128124"/>
                  </a:lnTo>
                  <a:lnTo>
                    <a:pt x="2189424" y="178924"/>
                  </a:lnTo>
                  <a:lnTo>
                    <a:pt x="2178355" y="217024"/>
                  </a:lnTo>
                  <a:lnTo>
                    <a:pt x="2166519" y="267824"/>
                  </a:lnTo>
                  <a:lnTo>
                    <a:pt x="2153925" y="305924"/>
                  </a:lnTo>
                  <a:lnTo>
                    <a:pt x="2140580" y="356724"/>
                  </a:lnTo>
                  <a:lnTo>
                    <a:pt x="2126490" y="394824"/>
                  </a:lnTo>
                  <a:lnTo>
                    <a:pt x="2111664" y="445624"/>
                  </a:lnTo>
                  <a:lnTo>
                    <a:pt x="2096109" y="483724"/>
                  </a:lnTo>
                  <a:lnTo>
                    <a:pt x="2079832" y="521824"/>
                  </a:lnTo>
                  <a:lnTo>
                    <a:pt x="2062841" y="572624"/>
                  </a:lnTo>
                  <a:lnTo>
                    <a:pt x="2045142" y="610724"/>
                  </a:lnTo>
                  <a:lnTo>
                    <a:pt x="2026744" y="648824"/>
                  </a:lnTo>
                  <a:lnTo>
                    <a:pt x="2007654" y="686924"/>
                  </a:lnTo>
                  <a:lnTo>
                    <a:pt x="1987879" y="737724"/>
                  </a:lnTo>
                  <a:lnTo>
                    <a:pt x="1967427" y="775824"/>
                  </a:lnTo>
                  <a:lnTo>
                    <a:pt x="1946305" y="813924"/>
                  </a:lnTo>
                  <a:lnTo>
                    <a:pt x="1924520" y="852024"/>
                  </a:lnTo>
                  <a:lnTo>
                    <a:pt x="1902081" y="890124"/>
                  </a:lnTo>
                  <a:lnTo>
                    <a:pt x="1878993" y="928224"/>
                  </a:lnTo>
                  <a:lnTo>
                    <a:pt x="1855265" y="966324"/>
                  </a:lnTo>
                  <a:lnTo>
                    <a:pt x="1830905" y="1004424"/>
                  </a:lnTo>
                  <a:lnTo>
                    <a:pt x="1805919" y="1042524"/>
                  </a:lnTo>
                  <a:lnTo>
                    <a:pt x="1780314" y="1080624"/>
                  </a:lnTo>
                  <a:lnTo>
                    <a:pt x="1754100" y="1118724"/>
                  </a:lnTo>
                  <a:lnTo>
                    <a:pt x="1727282" y="1156824"/>
                  </a:lnTo>
                  <a:lnTo>
                    <a:pt x="1699868" y="1194924"/>
                  </a:lnTo>
                  <a:lnTo>
                    <a:pt x="1671865" y="1220324"/>
                  </a:lnTo>
                  <a:lnTo>
                    <a:pt x="1643282" y="1258424"/>
                  </a:lnTo>
                  <a:lnTo>
                    <a:pt x="1614125" y="1296524"/>
                  </a:lnTo>
                  <a:lnTo>
                    <a:pt x="1584402" y="1321924"/>
                  </a:lnTo>
                  <a:lnTo>
                    <a:pt x="1554120" y="1360024"/>
                  </a:lnTo>
                  <a:lnTo>
                    <a:pt x="1523286" y="1385424"/>
                  </a:lnTo>
                  <a:lnTo>
                    <a:pt x="1491909" y="1423524"/>
                  </a:lnTo>
                  <a:lnTo>
                    <a:pt x="1459995" y="1448924"/>
                  </a:lnTo>
                  <a:lnTo>
                    <a:pt x="1427552" y="1487024"/>
                  </a:lnTo>
                  <a:lnTo>
                    <a:pt x="1394587" y="1512424"/>
                  </a:lnTo>
                  <a:lnTo>
                    <a:pt x="1361108" y="1550524"/>
                  </a:lnTo>
                  <a:lnTo>
                    <a:pt x="1327122" y="1575924"/>
                  </a:lnTo>
                  <a:lnTo>
                    <a:pt x="1292636" y="1601324"/>
                  </a:lnTo>
                  <a:lnTo>
                    <a:pt x="1257658" y="1626724"/>
                  </a:lnTo>
                  <a:lnTo>
                    <a:pt x="1222196" y="1664824"/>
                  </a:lnTo>
                  <a:lnTo>
                    <a:pt x="1186256" y="1690224"/>
                  </a:lnTo>
                  <a:lnTo>
                    <a:pt x="1112974" y="1741024"/>
                  </a:lnTo>
                  <a:lnTo>
                    <a:pt x="1037872" y="1791824"/>
                  </a:lnTo>
                  <a:lnTo>
                    <a:pt x="999657" y="1804524"/>
                  </a:lnTo>
                  <a:lnTo>
                    <a:pt x="961009" y="1829924"/>
                  </a:lnTo>
                  <a:lnTo>
                    <a:pt x="882444" y="1880724"/>
                  </a:lnTo>
                  <a:lnTo>
                    <a:pt x="842542" y="1893424"/>
                  </a:lnTo>
                  <a:lnTo>
                    <a:pt x="761535" y="1944224"/>
                  </a:lnTo>
                  <a:lnTo>
                    <a:pt x="720446" y="1956924"/>
                  </a:lnTo>
                  <a:lnTo>
                    <a:pt x="678975" y="1982324"/>
                  </a:lnTo>
                  <a:lnTo>
                    <a:pt x="594920" y="2007724"/>
                  </a:lnTo>
                  <a:lnTo>
                    <a:pt x="552351" y="2033124"/>
                  </a:lnTo>
                  <a:lnTo>
                    <a:pt x="199772" y="2134724"/>
                  </a:lnTo>
                  <a:lnTo>
                    <a:pt x="154307" y="2134724"/>
                  </a:lnTo>
                  <a:lnTo>
                    <a:pt x="62531" y="2160124"/>
                  </a:lnTo>
                  <a:lnTo>
                    <a:pt x="16235" y="2160124"/>
                  </a:lnTo>
                  <a:lnTo>
                    <a:pt x="0" y="2164552"/>
                  </a:lnTo>
                  <a:close/>
                </a:path>
              </a:pathLst>
            </a:custGeom>
            <a:solidFill>
              <a:srgbClr val="E8E8E8"/>
            </a:solidFill>
          </p:spPr>
          <p:txBody>
            <a:bodyPr wrap="square" lIns="0" tIns="0" rIns="0" bIns="0" rtlCol="0"/>
            <a:lstStyle/>
            <a:p>
              <a:endParaRPr/>
            </a:p>
          </p:txBody>
        </p:sp>
      </p:grpSp>
      <p:sp>
        <p:nvSpPr>
          <p:cNvPr id="18" name="object 18"/>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
        <p:nvSpPr>
          <p:cNvPr id="15" name="object 15"/>
          <p:cNvSpPr txBox="1"/>
          <p:nvPr/>
        </p:nvSpPr>
        <p:spPr>
          <a:xfrm>
            <a:off x="2247522" y="7983938"/>
            <a:ext cx="2244725" cy="268662"/>
          </a:xfrm>
          <a:prstGeom prst="rect">
            <a:avLst/>
          </a:prstGeom>
        </p:spPr>
        <p:txBody>
          <a:bodyPr vert="horz" wrap="square" lIns="0" tIns="14604" rIns="0" bIns="0" rtlCol="0">
            <a:spAutoFit/>
          </a:bodyPr>
          <a:lstStyle/>
          <a:p>
            <a:pPr marL="12700">
              <a:lnSpc>
                <a:spcPct val="100000"/>
              </a:lnSpc>
              <a:spcBef>
                <a:spcPts val="114"/>
              </a:spcBef>
            </a:pPr>
            <a:r>
              <a:rPr sz="1650" spc="-35">
                <a:solidFill>
                  <a:srgbClr val="FDFDFD"/>
                </a:solidFill>
                <a:latin typeface="Arial" panose="020B0604020202020204" pitchFamily="34" charset="0"/>
                <a:cs typeface="Arial" panose="020B0604020202020204" pitchFamily="34" charset="0"/>
              </a:rPr>
              <a:t>Low</a:t>
            </a:r>
            <a:r>
              <a:rPr sz="1650" spc="-130">
                <a:solidFill>
                  <a:srgbClr val="FDFDFD"/>
                </a:solidFill>
                <a:latin typeface="Arial" panose="020B0604020202020204" pitchFamily="34" charset="0"/>
                <a:cs typeface="Arial" panose="020B0604020202020204" pitchFamily="34" charset="0"/>
              </a:rPr>
              <a:t> </a:t>
            </a:r>
            <a:r>
              <a:rPr sz="1650" spc="60">
                <a:solidFill>
                  <a:srgbClr val="FDFDFD"/>
                </a:solidFill>
                <a:latin typeface="Arial" panose="020B0604020202020204" pitchFamily="34" charset="0"/>
                <a:cs typeface="Arial" panose="020B0604020202020204" pitchFamily="34" charset="0"/>
              </a:rPr>
              <a:t>attendance</a:t>
            </a:r>
            <a:r>
              <a:rPr sz="1650" spc="-125">
                <a:solidFill>
                  <a:srgbClr val="FDFDFD"/>
                </a:solidFill>
                <a:latin typeface="Arial" panose="020B0604020202020204" pitchFamily="34" charset="0"/>
                <a:cs typeface="Arial" panose="020B0604020202020204" pitchFamily="34" charset="0"/>
              </a:rPr>
              <a:t> </a:t>
            </a:r>
            <a:r>
              <a:rPr sz="1650" spc="-20">
                <a:solidFill>
                  <a:srgbClr val="FDFDFD"/>
                </a:solidFill>
                <a:latin typeface="Arial" panose="020B0604020202020204" pitchFamily="34" charset="0"/>
                <a:cs typeface="Arial" panose="020B0604020202020204" pitchFamily="34" charset="0"/>
              </a:rPr>
              <a:t>rates</a:t>
            </a:r>
            <a:endParaRPr sz="1650">
              <a:latin typeface="Arial" panose="020B0604020202020204" pitchFamily="34" charset="0"/>
              <a:cs typeface="Arial" panose="020B0604020202020204" pitchFamily="34" charset="0"/>
            </a:endParaRPr>
          </a:p>
        </p:txBody>
      </p:sp>
      <p:sp>
        <p:nvSpPr>
          <p:cNvPr id="16" name="object 16"/>
          <p:cNvSpPr txBox="1"/>
          <p:nvPr/>
        </p:nvSpPr>
        <p:spPr>
          <a:xfrm>
            <a:off x="6042867" y="7795000"/>
            <a:ext cx="2163445" cy="615950"/>
          </a:xfrm>
          <a:prstGeom prst="rect">
            <a:avLst/>
          </a:prstGeom>
        </p:spPr>
        <p:txBody>
          <a:bodyPr vert="horz" wrap="square" lIns="0" tIns="12065" rIns="0" bIns="0" rtlCol="0">
            <a:spAutoFit/>
          </a:bodyPr>
          <a:lstStyle/>
          <a:p>
            <a:pPr marL="281305" marR="5080" indent="-269240">
              <a:lnSpc>
                <a:spcPct val="117400"/>
              </a:lnSpc>
              <a:spcBef>
                <a:spcPts val="95"/>
              </a:spcBef>
            </a:pPr>
            <a:r>
              <a:rPr sz="1650" spc="-35">
                <a:solidFill>
                  <a:srgbClr val="FDFDFD"/>
                </a:solidFill>
                <a:latin typeface="Arial" panose="020B0604020202020204" pitchFamily="34" charset="0"/>
                <a:cs typeface="Arial" panose="020B0604020202020204" pitchFamily="34" charset="0"/>
              </a:rPr>
              <a:t>Low</a:t>
            </a:r>
            <a:r>
              <a:rPr sz="1650" spc="-114">
                <a:solidFill>
                  <a:srgbClr val="FDFDFD"/>
                </a:solidFill>
                <a:latin typeface="Arial" panose="020B0604020202020204" pitchFamily="34" charset="0"/>
                <a:cs typeface="Arial" panose="020B0604020202020204" pitchFamily="34" charset="0"/>
              </a:rPr>
              <a:t> </a:t>
            </a:r>
            <a:r>
              <a:rPr sz="1650" spc="-50">
                <a:solidFill>
                  <a:srgbClr val="FDFDFD"/>
                </a:solidFill>
                <a:latin typeface="Arial" panose="020B0604020202020204" pitchFamily="34" charset="0"/>
                <a:cs typeface="Arial" panose="020B0604020202020204" pitchFamily="34" charset="0"/>
              </a:rPr>
              <a:t>self-</a:t>
            </a:r>
            <a:r>
              <a:rPr sz="1650" spc="50">
                <a:solidFill>
                  <a:srgbClr val="FDFDFD"/>
                </a:solidFill>
                <a:latin typeface="Arial" panose="020B0604020202020204" pitchFamily="34" charset="0"/>
                <a:cs typeface="Arial" panose="020B0604020202020204" pitchFamily="34" charset="0"/>
              </a:rPr>
              <a:t>esteem</a:t>
            </a:r>
            <a:r>
              <a:rPr sz="1650" spc="-110">
                <a:solidFill>
                  <a:srgbClr val="FDFDFD"/>
                </a:solidFill>
                <a:latin typeface="Arial" panose="020B0604020202020204" pitchFamily="34" charset="0"/>
                <a:cs typeface="Arial" panose="020B0604020202020204" pitchFamily="34" charset="0"/>
              </a:rPr>
              <a:t> </a:t>
            </a:r>
            <a:r>
              <a:rPr sz="1650" spc="60">
                <a:solidFill>
                  <a:srgbClr val="FDFDFD"/>
                </a:solidFill>
                <a:latin typeface="Arial" panose="020B0604020202020204" pitchFamily="34" charset="0"/>
                <a:cs typeface="Arial" panose="020B0604020202020204" pitchFamily="34" charset="0"/>
              </a:rPr>
              <a:t>and </a:t>
            </a:r>
            <a:r>
              <a:rPr sz="1650">
                <a:solidFill>
                  <a:srgbClr val="FDFDFD"/>
                </a:solidFill>
                <a:latin typeface="Arial" panose="020B0604020202020204" pitchFamily="34" charset="0"/>
                <a:cs typeface="Arial" panose="020B0604020202020204" pitchFamily="34" charset="0"/>
              </a:rPr>
              <a:t>social</a:t>
            </a:r>
            <a:r>
              <a:rPr sz="1650" spc="-10">
                <a:solidFill>
                  <a:srgbClr val="FDFDFD"/>
                </a:solidFill>
                <a:latin typeface="Arial" panose="020B0604020202020204" pitchFamily="34" charset="0"/>
                <a:cs typeface="Arial" panose="020B0604020202020204" pitchFamily="34" charset="0"/>
              </a:rPr>
              <a:t> isolation</a:t>
            </a:r>
            <a:r>
              <a:rPr sz="1650" spc="-10">
                <a:solidFill>
                  <a:srgbClr val="FDFDFD"/>
                </a:solidFill>
                <a:latin typeface="Lucida Sans Unicode"/>
                <a:cs typeface="Lucida Sans Unicode"/>
              </a:rPr>
              <a:t>.</a:t>
            </a:r>
            <a:endParaRPr sz="1650">
              <a:latin typeface="Lucida Sans Unicode"/>
              <a:cs typeface="Lucida Sans Unicode"/>
            </a:endParaRPr>
          </a:p>
        </p:txBody>
      </p:sp>
      <p:sp>
        <p:nvSpPr>
          <p:cNvPr id="17" name="object 17"/>
          <p:cNvSpPr txBox="1"/>
          <p:nvPr/>
        </p:nvSpPr>
        <p:spPr>
          <a:xfrm>
            <a:off x="9866862" y="7668537"/>
            <a:ext cx="1591310" cy="580223"/>
          </a:xfrm>
          <a:prstGeom prst="rect">
            <a:avLst/>
          </a:prstGeom>
        </p:spPr>
        <p:txBody>
          <a:bodyPr vert="horz" wrap="square" lIns="0" tIns="12065" rIns="0" bIns="0" rtlCol="0">
            <a:spAutoFit/>
          </a:bodyPr>
          <a:lstStyle/>
          <a:p>
            <a:pPr marL="110489" marR="5080" indent="-98425">
              <a:lnSpc>
                <a:spcPct val="117400"/>
              </a:lnSpc>
              <a:spcBef>
                <a:spcPts val="95"/>
              </a:spcBef>
            </a:pPr>
            <a:r>
              <a:rPr sz="1650" spc="-10">
                <a:solidFill>
                  <a:srgbClr val="FDFDFD"/>
                </a:solidFill>
                <a:latin typeface="Arial" panose="020B0604020202020204" pitchFamily="34" charset="0"/>
                <a:cs typeface="Arial" panose="020B0604020202020204" pitchFamily="34" charset="0"/>
              </a:rPr>
              <a:t>Poor</a:t>
            </a:r>
            <a:r>
              <a:rPr sz="1650" spc="-120">
                <a:solidFill>
                  <a:srgbClr val="FDFDFD"/>
                </a:solidFill>
                <a:latin typeface="Arial" panose="020B0604020202020204" pitchFamily="34" charset="0"/>
                <a:cs typeface="Arial" panose="020B0604020202020204" pitchFamily="34" charset="0"/>
              </a:rPr>
              <a:t> </a:t>
            </a:r>
            <a:r>
              <a:rPr sz="1650" spc="85">
                <a:solidFill>
                  <a:srgbClr val="FDFDFD"/>
                </a:solidFill>
                <a:latin typeface="Arial" panose="020B0604020202020204" pitchFamily="34" charset="0"/>
                <a:cs typeface="Arial" panose="020B0604020202020204" pitchFamily="34" charset="0"/>
              </a:rPr>
              <a:t>academic </a:t>
            </a:r>
            <a:r>
              <a:rPr sz="1650" spc="-10">
                <a:solidFill>
                  <a:srgbClr val="FDFDFD"/>
                </a:solidFill>
                <a:latin typeface="Arial" panose="020B0604020202020204" pitchFamily="34" charset="0"/>
                <a:cs typeface="Arial" panose="020B0604020202020204" pitchFamily="34" charset="0"/>
              </a:rPr>
              <a:t>perfomance.</a:t>
            </a:r>
            <a:endParaRPr sz="165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723129" y="0"/>
            <a:ext cx="5676900" cy="9803130"/>
            <a:chOff x="11723129" y="0"/>
            <a:chExt cx="5676900" cy="9803130"/>
          </a:xfrm>
        </p:grpSpPr>
        <p:pic>
          <p:nvPicPr>
            <p:cNvPr id="3" name="object 3"/>
            <p:cNvPicPr/>
            <p:nvPr/>
          </p:nvPicPr>
          <p:blipFill>
            <a:blip r:embed="rId2" cstate="print"/>
            <a:stretch>
              <a:fillRect/>
            </a:stretch>
          </p:blipFill>
          <p:spPr>
            <a:xfrm>
              <a:off x="11723129" y="1592328"/>
              <a:ext cx="4104323" cy="4873885"/>
            </a:xfrm>
            <a:prstGeom prst="rect">
              <a:avLst/>
            </a:prstGeom>
          </p:spPr>
        </p:pic>
        <p:sp>
          <p:nvSpPr>
            <p:cNvPr id="4" name="object 4"/>
            <p:cNvSpPr/>
            <p:nvPr/>
          </p:nvSpPr>
          <p:spPr>
            <a:xfrm>
              <a:off x="14035602" y="0"/>
              <a:ext cx="3185160" cy="3185160"/>
            </a:xfrm>
            <a:custGeom>
              <a:avLst/>
              <a:gdLst/>
              <a:ahLst/>
              <a:cxnLst/>
              <a:rect l="l" t="t" r="r" b="b"/>
              <a:pathLst>
                <a:path w="3185159" h="3185160">
                  <a:moveTo>
                    <a:pt x="1901425" y="438775"/>
                  </a:moveTo>
                  <a:lnTo>
                    <a:pt x="1283233" y="438775"/>
                  </a:lnTo>
                  <a:lnTo>
                    <a:pt x="1592328" y="0"/>
                  </a:lnTo>
                  <a:lnTo>
                    <a:pt x="1901425" y="438775"/>
                  </a:lnTo>
                  <a:close/>
                </a:path>
                <a:path w="3185159" h="3185160">
                  <a:moveTo>
                    <a:pt x="796165" y="2971324"/>
                  </a:moveTo>
                  <a:lnTo>
                    <a:pt x="747867" y="2436789"/>
                  </a:lnTo>
                  <a:lnTo>
                    <a:pt x="213332" y="2388492"/>
                  </a:lnTo>
                  <a:lnTo>
                    <a:pt x="438775" y="1901424"/>
                  </a:lnTo>
                  <a:lnTo>
                    <a:pt x="0" y="1592328"/>
                  </a:lnTo>
                  <a:lnTo>
                    <a:pt x="438775" y="1283232"/>
                  </a:lnTo>
                  <a:lnTo>
                    <a:pt x="213332" y="796164"/>
                  </a:lnTo>
                  <a:lnTo>
                    <a:pt x="747867" y="747866"/>
                  </a:lnTo>
                  <a:lnTo>
                    <a:pt x="796165" y="213331"/>
                  </a:lnTo>
                  <a:lnTo>
                    <a:pt x="1283233" y="438775"/>
                  </a:lnTo>
                  <a:lnTo>
                    <a:pt x="2408862" y="438775"/>
                  </a:lnTo>
                  <a:lnTo>
                    <a:pt x="2436789" y="747866"/>
                  </a:lnTo>
                  <a:lnTo>
                    <a:pt x="2971325" y="796164"/>
                  </a:lnTo>
                  <a:lnTo>
                    <a:pt x="2745881" y="1283232"/>
                  </a:lnTo>
                  <a:lnTo>
                    <a:pt x="3184656" y="1592328"/>
                  </a:lnTo>
                  <a:lnTo>
                    <a:pt x="2745881" y="1901424"/>
                  </a:lnTo>
                  <a:lnTo>
                    <a:pt x="2971325" y="2388492"/>
                  </a:lnTo>
                  <a:lnTo>
                    <a:pt x="2436789" y="2436789"/>
                  </a:lnTo>
                  <a:lnTo>
                    <a:pt x="2408862" y="2745880"/>
                  </a:lnTo>
                  <a:lnTo>
                    <a:pt x="1283233" y="2745880"/>
                  </a:lnTo>
                  <a:lnTo>
                    <a:pt x="796165" y="2971324"/>
                  </a:lnTo>
                  <a:close/>
                </a:path>
                <a:path w="3185159" h="3185160">
                  <a:moveTo>
                    <a:pt x="2408862" y="438775"/>
                  </a:moveTo>
                  <a:lnTo>
                    <a:pt x="1901425" y="438775"/>
                  </a:lnTo>
                  <a:lnTo>
                    <a:pt x="2388493" y="213331"/>
                  </a:lnTo>
                  <a:lnTo>
                    <a:pt x="2408862" y="438775"/>
                  </a:lnTo>
                  <a:close/>
                </a:path>
                <a:path w="3185159" h="3185160">
                  <a:moveTo>
                    <a:pt x="1592328" y="3184656"/>
                  </a:moveTo>
                  <a:lnTo>
                    <a:pt x="1283233" y="2745880"/>
                  </a:lnTo>
                  <a:lnTo>
                    <a:pt x="1901425" y="2745880"/>
                  </a:lnTo>
                  <a:lnTo>
                    <a:pt x="1592328" y="3184656"/>
                  </a:lnTo>
                  <a:close/>
                </a:path>
                <a:path w="3185159" h="3185160">
                  <a:moveTo>
                    <a:pt x="2388493" y="2971324"/>
                  </a:moveTo>
                  <a:lnTo>
                    <a:pt x="1901425" y="2745880"/>
                  </a:lnTo>
                  <a:lnTo>
                    <a:pt x="2408862" y="2745880"/>
                  </a:lnTo>
                  <a:lnTo>
                    <a:pt x="2388493" y="2971324"/>
                  </a:lnTo>
                  <a:close/>
                </a:path>
              </a:pathLst>
            </a:custGeom>
            <a:solidFill>
              <a:srgbClr val="FF741F"/>
            </a:solidFill>
          </p:spPr>
          <p:txBody>
            <a:bodyPr wrap="square" lIns="0" tIns="0" rIns="0" bIns="0" rtlCol="0"/>
            <a:lstStyle/>
            <a:p>
              <a:endParaRPr/>
            </a:p>
          </p:txBody>
        </p:sp>
        <p:pic>
          <p:nvPicPr>
            <p:cNvPr id="5" name="object 5"/>
            <p:cNvPicPr/>
            <p:nvPr/>
          </p:nvPicPr>
          <p:blipFill>
            <a:blip r:embed="rId3" cstate="print"/>
            <a:stretch>
              <a:fillRect/>
            </a:stretch>
          </p:blipFill>
          <p:spPr>
            <a:xfrm>
              <a:off x="13856591" y="5573972"/>
              <a:ext cx="3543299" cy="4229100"/>
            </a:xfrm>
            <a:prstGeom prst="rect">
              <a:avLst/>
            </a:prstGeom>
          </p:spPr>
        </p:pic>
      </p:grpSp>
      <p:pic>
        <p:nvPicPr>
          <p:cNvPr id="6" name="object 6"/>
          <p:cNvPicPr/>
          <p:nvPr/>
        </p:nvPicPr>
        <p:blipFill>
          <a:blip r:embed="rId4" cstate="print"/>
          <a:stretch>
            <a:fillRect/>
          </a:stretch>
        </p:blipFill>
        <p:spPr>
          <a:xfrm>
            <a:off x="775823" y="9327714"/>
            <a:ext cx="1095374" cy="770954"/>
          </a:xfrm>
          <a:prstGeom prst="rect">
            <a:avLst/>
          </a:prstGeom>
        </p:spPr>
      </p:pic>
      <p:pic>
        <p:nvPicPr>
          <p:cNvPr id="7" name="object 7"/>
          <p:cNvPicPr/>
          <p:nvPr/>
        </p:nvPicPr>
        <p:blipFill>
          <a:blip r:embed="rId5" cstate="print"/>
          <a:stretch>
            <a:fillRect/>
          </a:stretch>
        </p:blipFill>
        <p:spPr>
          <a:xfrm>
            <a:off x="10071451" y="5573972"/>
            <a:ext cx="3701028" cy="4229100"/>
          </a:xfrm>
          <a:prstGeom prst="rect">
            <a:avLst/>
          </a:prstGeom>
        </p:spPr>
      </p:pic>
      <p:sp>
        <p:nvSpPr>
          <p:cNvPr id="8" name="object 8"/>
          <p:cNvSpPr/>
          <p:nvPr/>
        </p:nvSpPr>
        <p:spPr>
          <a:xfrm>
            <a:off x="0" y="0"/>
            <a:ext cx="2581275" cy="2148205"/>
          </a:xfrm>
          <a:custGeom>
            <a:avLst/>
            <a:gdLst/>
            <a:ahLst/>
            <a:cxnLst/>
            <a:rect l="l" t="t" r="r" b="b"/>
            <a:pathLst>
              <a:path w="2581275" h="2148205">
                <a:moveTo>
                  <a:pt x="238763" y="2147595"/>
                </a:moveTo>
                <a:lnTo>
                  <a:pt x="0" y="2147595"/>
                </a:lnTo>
                <a:lnTo>
                  <a:pt x="0" y="0"/>
                </a:lnTo>
                <a:lnTo>
                  <a:pt x="2581124" y="0"/>
                </a:lnTo>
                <a:lnTo>
                  <a:pt x="2580922" y="1295"/>
                </a:lnTo>
                <a:lnTo>
                  <a:pt x="2572196" y="52095"/>
                </a:lnTo>
                <a:lnTo>
                  <a:pt x="2562681" y="90195"/>
                </a:lnTo>
                <a:lnTo>
                  <a:pt x="2552386" y="140995"/>
                </a:lnTo>
                <a:lnTo>
                  <a:pt x="2541317" y="179095"/>
                </a:lnTo>
                <a:lnTo>
                  <a:pt x="2529482" y="229895"/>
                </a:lnTo>
                <a:lnTo>
                  <a:pt x="2516888" y="267995"/>
                </a:lnTo>
                <a:lnTo>
                  <a:pt x="2503542" y="318795"/>
                </a:lnTo>
                <a:lnTo>
                  <a:pt x="2489453" y="356895"/>
                </a:lnTo>
                <a:lnTo>
                  <a:pt x="2474627" y="407695"/>
                </a:lnTo>
                <a:lnTo>
                  <a:pt x="2459071" y="445795"/>
                </a:lnTo>
                <a:lnTo>
                  <a:pt x="2442794" y="483895"/>
                </a:lnTo>
                <a:lnTo>
                  <a:pt x="2425803" y="534695"/>
                </a:lnTo>
                <a:lnTo>
                  <a:pt x="2408105" y="572795"/>
                </a:lnTo>
                <a:lnTo>
                  <a:pt x="2389707" y="610895"/>
                </a:lnTo>
                <a:lnTo>
                  <a:pt x="2370616" y="648995"/>
                </a:lnTo>
                <a:lnTo>
                  <a:pt x="2350842" y="699795"/>
                </a:lnTo>
                <a:lnTo>
                  <a:pt x="2330389" y="737895"/>
                </a:lnTo>
                <a:lnTo>
                  <a:pt x="2309267" y="775995"/>
                </a:lnTo>
                <a:lnTo>
                  <a:pt x="2287483" y="814095"/>
                </a:lnTo>
                <a:lnTo>
                  <a:pt x="2265043" y="852195"/>
                </a:lnTo>
                <a:lnTo>
                  <a:pt x="2241955" y="890295"/>
                </a:lnTo>
                <a:lnTo>
                  <a:pt x="2218228" y="928395"/>
                </a:lnTo>
                <a:lnTo>
                  <a:pt x="2193867" y="966495"/>
                </a:lnTo>
                <a:lnTo>
                  <a:pt x="2168881" y="1004595"/>
                </a:lnTo>
                <a:lnTo>
                  <a:pt x="2143277" y="1042695"/>
                </a:lnTo>
                <a:lnTo>
                  <a:pt x="2117062" y="1080795"/>
                </a:lnTo>
                <a:lnTo>
                  <a:pt x="2090244" y="1118895"/>
                </a:lnTo>
                <a:lnTo>
                  <a:pt x="2062830" y="1156995"/>
                </a:lnTo>
                <a:lnTo>
                  <a:pt x="2034828" y="1182395"/>
                </a:lnTo>
                <a:lnTo>
                  <a:pt x="2006244" y="1220495"/>
                </a:lnTo>
                <a:lnTo>
                  <a:pt x="1977087" y="1258595"/>
                </a:lnTo>
                <a:lnTo>
                  <a:pt x="1947364" y="1283995"/>
                </a:lnTo>
                <a:lnTo>
                  <a:pt x="1917082" y="1322095"/>
                </a:lnTo>
                <a:lnTo>
                  <a:pt x="1886249" y="1347495"/>
                </a:lnTo>
                <a:lnTo>
                  <a:pt x="1854871" y="1385595"/>
                </a:lnTo>
                <a:lnTo>
                  <a:pt x="1822958" y="1410995"/>
                </a:lnTo>
                <a:lnTo>
                  <a:pt x="1790514" y="1449095"/>
                </a:lnTo>
                <a:lnTo>
                  <a:pt x="1757550" y="1474495"/>
                </a:lnTo>
                <a:lnTo>
                  <a:pt x="1724070" y="1512595"/>
                </a:lnTo>
                <a:lnTo>
                  <a:pt x="1690084" y="1537995"/>
                </a:lnTo>
                <a:lnTo>
                  <a:pt x="1655599" y="1563395"/>
                </a:lnTo>
                <a:lnTo>
                  <a:pt x="1620621" y="1588795"/>
                </a:lnTo>
                <a:lnTo>
                  <a:pt x="1585158" y="1626895"/>
                </a:lnTo>
                <a:lnTo>
                  <a:pt x="1549219" y="1652295"/>
                </a:lnTo>
                <a:lnTo>
                  <a:pt x="1475937" y="1703095"/>
                </a:lnTo>
                <a:lnTo>
                  <a:pt x="1400834" y="1753895"/>
                </a:lnTo>
                <a:lnTo>
                  <a:pt x="1362619" y="1766595"/>
                </a:lnTo>
                <a:lnTo>
                  <a:pt x="1323971" y="1791995"/>
                </a:lnTo>
                <a:lnTo>
                  <a:pt x="1245406" y="1842795"/>
                </a:lnTo>
                <a:lnTo>
                  <a:pt x="1205504" y="1855495"/>
                </a:lnTo>
                <a:lnTo>
                  <a:pt x="1124498" y="1906295"/>
                </a:lnTo>
                <a:lnTo>
                  <a:pt x="1083408" y="1918995"/>
                </a:lnTo>
                <a:lnTo>
                  <a:pt x="1041937" y="1944395"/>
                </a:lnTo>
                <a:lnTo>
                  <a:pt x="957883" y="1969795"/>
                </a:lnTo>
                <a:lnTo>
                  <a:pt x="915314" y="1995195"/>
                </a:lnTo>
                <a:lnTo>
                  <a:pt x="562734" y="2096795"/>
                </a:lnTo>
                <a:lnTo>
                  <a:pt x="517270" y="2096795"/>
                </a:lnTo>
                <a:lnTo>
                  <a:pt x="425494" y="2122195"/>
                </a:lnTo>
                <a:lnTo>
                  <a:pt x="379197" y="2122195"/>
                </a:lnTo>
                <a:lnTo>
                  <a:pt x="332638" y="2134895"/>
                </a:lnTo>
                <a:lnTo>
                  <a:pt x="285824" y="2134895"/>
                </a:lnTo>
                <a:lnTo>
                  <a:pt x="238763" y="2147595"/>
                </a:lnTo>
                <a:close/>
              </a:path>
            </a:pathLst>
          </a:custGeom>
          <a:solidFill>
            <a:srgbClr val="FF741F"/>
          </a:solidFill>
        </p:spPr>
        <p:txBody>
          <a:bodyPr wrap="square" lIns="0" tIns="0" rIns="0" bIns="0" rtlCol="0"/>
          <a:lstStyle/>
          <a:p>
            <a:endParaRPr/>
          </a:p>
        </p:txBody>
      </p:sp>
      <p:sp>
        <p:nvSpPr>
          <p:cNvPr id="9" name="object 9"/>
          <p:cNvSpPr txBox="1"/>
          <p:nvPr/>
        </p:nvSpPr>
        <p:spPr>
          <a:xfrm>
            <a:off x="983538" y="4723462"/>
            <a:ext cx="8070215" cy="1427955"/>
          </a:xfrm>
          <a:prstGeom prst="rect">
            <a:avLst/>
          </a:prstGeom>
        </p:spPr>
        <p:txBody>
          <a:bodyPr vert="horz" wrap="square" lIns="0" tIns="12065" rIns="0" bIns="0" rtlCol="0" anchor="t">
            <a:spAutoFit/>
          </a:bodyPr>
          <a:lstStyle/>
          <a:p>
            <a:pPr marL="229235" marR="215265" indent="-223520">
              <a:lnSpc>
                <a:spcPct val="115599"/>
              </a:lnSpc>
              <a:spcBef>
                <a:spcPts val="95"/>
              </a:spcBef>
              <a:buClr>
                <a:srgbClr val="041C40"/>
              </a:buClr>
              <a:buSzPct val="87500"/>
              <a:buAutoNum type="arabicPeriod"/>
              <a:tabLst>
                <a:tab pos="230504" algn="l"/>
              </a:tabLst>
            </a:pPr>
            <a:r>
              <a:rPr lang="en-US" sz="2000" spc="-20" dirty="0">
                <a:solidFill>
                  <a:srgbClr val="041C40"/>
                </a:solidFill>
                <a:latin typeface="Lucida Sans Unicode"/>
                <a:cs typeface="Lucida Sans Unicode"/>
              </a:rPr>
              <a:t>Designing</a:t>
            </a:r>
            <a:r>
              <a:rPr lang="en-US" sz="2000" spc="-125" dirty="0">
                <a:solidFill>
                  <a:srgbClr val="041C40"/>
                </a:solidFill>
                <a:latin typeface="Lucida Sans Unicode"/>
                <a:cs typeface="Lucida Sans Unicode"/>
              </a:rPr>
              <a:t> </a:t>
            </a:r>
            <a:r>
              <a:rPr lang="en-US" sz="2000" spc="-10" dirty="0">
                <a:solidFill>
                  <a:srgbClr val="041C40"/>
                </a:solidFill>
                <a:latin typeface="Lucida Sans Unicode"/>
                <a:cs typeface="Lucida Sans Unicode"/>
              </a:rPr>
              <a:t>affordable,</a:t>
            </a:r>
            <a:r>
              <a:rPr lang="en-US" sz="2000" spc="-120" dirty="0">
                <a:solidFill>
                  <a:srgbClr val="041C40"/>
                </a:solidFill>
                <a:latin typeface="Lucida Sans Unicode"/>
                <a:cs typeface="Lucida Sans Unicode"/>
              </a:rPr>
              <a:t> </a:t>
            </a:r>
            <a:r>
              <a:rPr lang="en-US" sz="2000" spc="-10" dirty="0">
                <a:solidFill>
                  <a:srgbClr val="041C40"/>
                </a:solidFill>
                <a:latin typeface="Lucida Sans Unicode"/>
                <a:cs typeface="Lucida Sans Unicode"/>
              </a:rPr>
              <a:t>high-quality</a:t>
            </a:r>
            <a:r>
              <a:rPr lang="en-US" sz="2000" spc="-120" dirty="0">
                <a:solidFill>
                  <a:srgbClr val="041C40"/>
                </a:solidFill>
                <a:latin typeface="Lucida Sans Unicode"/>
                <a:cs typeface="Lucida Sans Unicode"/>
              </a:rPr>
              <a:t> </a:t>
            </a:r>
            <a:r>
              <a:rPr lang="en-US" sz="2000" spc="-70" dirty="0">
                <a:solidFill>
                  <a:srgbClr val="041C40"/>
                </a:solidFill>
                <a:latin typeface="Lucida Sans Unicode"/>
                <a:cs typeface="Lucida Sans Unicode"/>
              </a:rPr>
              <a:t>ICT</a:t>
            </a:r>
            <a:r>
              <a:rPr lang="en-US" sz="2000" spc="-120" dirty="0">
                <a:solidFill>
                  <a:srgbClr val="041C40"/>
                </a:solidFill>
                <a:latin typeface="Lucida Sans Unicode"/>
                <a:cs typeface="Lucida Sans Unicode"/>
              </a:rPr>
              <a:t> </a:t>
            </a:r>
            <a:r>
              <a:rPr lang="en-US" sz="2000" spc="60" dirty="0">
                <a:solidFill>
                  <a:srgbClr val="041C40"/>
                </a:solidFill>
                <a:latin typeface="Lucida Sans Unicode"/>
                <a:cs typeface="Lucida Sans Unicode"/>
              </a:rPr>
              <a:t>Branded</a:t>
            </a:r>
            <a:r>
              <a:rPr lang="en-US" sz="2000" spc="-125" dirty="0">
                <a:solidFill>
                  <a:srgbClr val="041C40"/>
                </a:solidFill>
                <a:latin typeface="Lucida Sans Unicode"/>
                <a:cs typeface="Lucida Sans Unicode"/>
              </a:rPr>
              <a:t> </a:t>
            </a:r>
            <a:r>
              <a:rPr lang="en-US" sz="2000" spc="-10" dirty="0">
                <a:solidFill>
                  <a:srgbClr val="041C40"/>
                </a:solidFill>
                <a:latin typeface="Lucida Sans Unicode"/>
                <a:cs typeface="Lucida Sans Unicode"/>
              </a:rPr>
              <a:t>clothing</a:t>
            </a:r>
            <a:r>
              <a:rPr lang="en-US" sz="2000" spc="-120" dirty="0">
                <a:solidFill>
                  <a:srgbClr val="041C40"/>
                </a:solidFill>
                <a:latin typeface="Lucida Sans Unicode"/>
                <a:cs typeface="Lucida Sans Unicode"/>
              </a:rPr>
              <a:t> </a:t>
            </a:r>
            <a:r>
              <a:rPr lang="en-US" sz="2000" spc="-10">
                <a:solidFill>
                  <a:srgbClr val="041C40"/>
                </a:solidFill>
                <a:latin typeface="Lucida Sans Unicode"/>
                <a:cs typeface="Lucida Sans Unicode"/>
              </a:rPr>
              <a:t>items, starting</a:t>
            </a:r>
            <a:r>
              <a:rPr lang="en-US" sz="2000" spc="-130" dirty="0">
                <a:solidFill>
                  <a:srgbClr val="041C40"/>
                </a:solidFill>
                <a:latin typeface="Lucida Sans Unicode"/>
                <a:cs typeface="Lucida Sans Unicode"/>
              </a:rPr>
              <a:t> </a:t>
            </a:r>
            <a:r>
              <a:rPr lang="en-US" sz="2000" spc="-20" dirty="0">
                <a:solidFill>
                  <a:srgbClr val="041C40"/>
                </a:solidFill>
                <a:latin typeface="Lucida Sans Unicode"/>
                <a:cs typeface="Lucida Sans Unicode"/>
              </a:rPr>
              <a:t>with</a:t>
            </a:r>
            <a:r>
              <a:rPr lang="en-US" sz="2000" spc="-130" dirty="0">
                <a:solidFill>
                  <a:srgbClr val="041C40"/>
                </a:solidFill>
                <a:latin typeface="Lucida Sans Unicode"/>
                <a:cs typeface="Lucida Sans Unicode"/>
              </a:rPr>
              <a:t> </a:t>
            </a:r>
            <a:r>
              <a:rPr lang="en-US" sz="2000" spc="-165" dirty="0">
                <a:solidFill>
                  <a:srgbClr val="041C40"/>
                </a:solidFill>
                <a:latin typeface="Lucida Sans Unicode"/>
                <a:cs typeface="Lucida Sans Unicode"/>
              </a:rPr>
              <a:t>T-</a:t>
            </a:r>
            <a:r>
              <a:rPr lang="en-US" sz="2000" spc="-10" dirty="0">
                <a:solidFill>
                  <a:srgbClr val="041C40"/>
                </a:solidFill>
                <a:latin typeface="Lucida Sans Unicode"/>
                <a:cs typeface="Lucida Sans Unicode"/>
              </a:rPr>
              <a:t>shirts.</a:t>
            </a:r>
            <a:endParaRPr lang="en-US" sz="2000">
              <a:solidFill>
                <a:srgbClr val="000000"/>
              </a:solidFill>
              <a:latin typeface="Lucida Sans Unicode"/>
              <a:cs typeface="Lucida Sans Unicode"/>
            </a:endParaRPr>
          </a:p>
          <a:p>
            <a:pPr marL="228600" marR="5080" indent="-223520">
              <a:lnSpc>
                <a:spcPct val="115599"/>
              </a:lnSpc>
              <a:buSzPct val="87500"/>
              <a:buAutoNum type="arabicPeriod"/>
              <a:tabLst>
                <a:tab pos="230504" algn="l"/>
              </a:tabLst>
            </a:pPr>
            <a:r>
              <a:rPr lang="en-US" sz="2000">
                <a:solidFill>
                  <a:srgbClr val="041C40"/>
                </a:solidFill>
                <a:latin typeface="Lucida Sans Unicode"/>
                <a:cs typeface="Lucida Sans Unicode"/>
              </a:rPr>
              <a:t>Developing</a:t>
            </a:r>
            <a:r>
              <a:rPr lang="en-US" sz="2000" spc="-100" dirty="0">
                <a:solidFill>
                  <a:srgbClr val="041C40"/>
                </a:solidFill>
                <a:latin typeface="Lucida Sans Unicode"/>
                <a:cs typeface="Lucida Sans Unicode"/>
              </a:rPr>
              <a:t> </a:t>
            </a:r>
            <a:r>
              <a:rPr lang="en-US" sz="2000" spc="260">
                <a:solidFill>
                  <a:srgbClr val="041C40"/>
                </a:solidFill>
                <a:latin typeface="Lucida Sans Unicode"/>
                <a:cs typeface="Lucida Sans Unicode"/>
              </a:rPr>
              <a:t>a</a:t>
            </a:r>
            <a:r>
              <a:rPr lang="en-US" sz="2000" spc="-95" dirty="0">
                <a:solidFill>
                  <a:srgbClr val="041C40"/>
                </a:solidFill>
                <a:latin typeface="Lucida Sans Unicode"/>
                <a:cs typeface="Lucida Sans Unicode"/>
              </a:rPr>
              <a:t> </a:t>
            </a:r>
            <a:r>
              <a:rPr lang="en-US" sz="2000" spc="90">
                <a:solidFill>
                  <a:srgbClr val="041C40"/>
                </a:solidFill>
                <a:latin typeface="Lucida Sans Unicode"/>
                <a:cs typeface="Lucida Sans Unicode"/>
              </a:rPr>
              <a:t>web</a:t>
            </a:r>
            <a:r>
              <a:rPr lang="en-US" sz="2000" spc="-100" dirty="0">
                <a:solidFill>
                  <a:srgbClr val="041C40"/>
                </a:solidFill>
                <a:latin typeface="Lucida Sans Unicode"/>
                <a:cs typeface="Lucida Sans Unicode"/>
              </a:rPr>
              <a:t> </a:t>
            </a:r>
            <a:r>
              <a:rPr lang="en-US" sz="2000">
                <a:solidFill>
                  <a:srgbClr val="041C40"/>
                </a:solidFill>
                <a:latin typeface="Lucida Sans Unicode"/>
                <a:cs typeface="Lucida Sans Unicode"/>
              </a:rPr>
              <a:t>application</a:t>
            </a:r>
            <a:r>
              <a:rPr lang="en-US" sz="2000" spc="-95" dirty="0">
                <a:solidFill>
                  <a:srgbClr val="041C40"/>
                </a:solidFill>
                <a:latin typeface="Lucida Sans Unicode"/>
                <a:cs typeface="Lucida Sans Unicode"/>
              </a:rPr>
              <a:t> </a:t>
            </a:r>
            <a:r>
              <a:rPr lang="en-US" sz="2000" spc="-55">
                <a:solidFill>
                  <a:srgbClr val="041C40"/>
                </a:solidFill>
                <a:latin typeface="Lucida Sans Unicode"/>
                <a:cs typeface="Lucida Sans Unicode"/>
              </a:rPr>
              <a:t>for</a:t>
            </a:r>
            <a:r>
              <a:rPr lang="en-US" sz="2000" spc="-95" dirty="0">
                <a:solidFill>
                  <a:srgbClr val="041C40"/>
                </a:solidFill>
                <a:latin typeface="Lucida Sans Unicode"/>
                <a:cs typeface="Lucida Sans Unicode"/>
              </a:rPr>
              <a:t> </a:t>
            </a:r>
            <a:r>
              <a:rPr lang="en-US" sz="2000" spc="-30">
                <a:solidFill>
                  <a:srgbClr val="041C40"/>
                </a:solidFill>
                <a:latin typeface="Lucida Sans Unicode"/>
                <a:cs typeface="Lucida Sans Unicode"/>
              </a:rPr>
              <a:t>selling</a:t>
            </a:r>
            <a:r>
              <a:rPr lang="en-US" sz="2000" spc="-100" dirty="0">
                <a:solidFill>
                  <a:srgbClr val="041C40"/>
                </a:solidFill>
                <a:latin typeface="Lucida Sans Unicode"/>
                <a:cs typeface="Lucida Sans Unicode"/>
              </a:rPr>
              <a:t> </a:t>
            </a:r>
            <a:r>
              <a:rPr lang="en-US" sz="2000" spc="-10">
                <a:solidFill>
                  <a:srgbClr val="041C40"/>
                </a:solidFill>
                <a:latin typeface="Lucida Sans Unicode"/>
                <a:cs typeface="Lucida Sans Unicode"/>
              </a:rPr>
              <a:t>our</a:t>
            </a:r>
            <a:r>
              <a:rPr lang="en-US" sz="2000" spc="-95" dirty="0">
                <a:solidFill>
                  <a:srgbClr val="041C40"/>
                </a:solidFill>
                <a:latin typeface="Lucida Sans Unicode"/>
                <a:cs typeface="Lucida Sans Unicode"/>
              </a:rPr>
              <a:t> </a:t>
            </a:r>
            <a:r>
              <a:rPr lang="en-US" sz="2000" spc="-10">
                <a:solidFill>
                  <a:srgbClr val="041C40"/>
                </a:solidFill>
                <a:latin typeface="Lucida Sans Unicode"/>
                <a:cs typeface="Lucida Sans Unicode"/>
              </a:rPr>
              <a:t>clothing</a:t>
            </a:r>
            <a:r>
              <a:rPr lang="en-US" sz="2000" spc="-95" dirty="0">
                <a:solidFill>
                  <a:srgbClr val="041C40"/>
                </a:solidFill>
                <a:latin typeface="Lucida Sans Unicode"/>
                <a:cs typeface="Lucida Sans Unicode"/>
              </a:rPr>
              <a:t> </a:t>
            </a:r>
            <a:r>
              <a:rPr lang="en-US" sz="2000">
                <a:solidFill>
                  <a:srgbClr val="041C40"/>
                </a:solidFill>
                <a:latin typeface="Lucida Sans Unicode"/>
                <a:cs typeface="Lucida Sans Unicode"/>
              </a:rPr>
              <a:t>items</a:t>
            </a:r>
            <a:r>
              <a:rPr lang="en-US" sz="2000" spc="-100" dirty="0">
                <a:solidFill>
                  <a:srgbClr val="041C40"/>
                </a:solidFill>
                <a:latin typeface="Lucida Sans Unicode"/>
                <a:cs typeface="Lucida Sans Unicode"/>
              </a:rPr>
              <a:t> </a:t>
            </a:r>
            <a:r>
              <a:rPr lang="en-US" sz="2000" spc="-20">
                <a:solidFill>
                  <a:srgbClr val="041C40"/>
                </a:solidFill>
                <a:latin typeface="Lucida Sans Unicode"/>
                <a:cs typeface="Lucida Sans Unicode"/>
              </a:rPr>
              <a:t>with </a:t>
            </a:r>
            <a:r>
              <a:rPr lang="en-US" sz="2000" spc="-20" dirty="0">
                <a:solidFill>
                  <a:srgbClr val="041C40"/>
                </a:solidFill>
                <a:latin typeface="Lucida Sans Unicode"/>
                <a:cs typeface="Lucida Sans Unicode"/>
              </a:rPr>
              <a:t>	</a:t>
            </a:r>
            <a:r>
              <a:rPr lang="en-US" sz="2000">
                <a:solidFill>
                  <a:srgbClr val="041C40"/>
                </a:solidFill>
                <a:latin typeface="Lucida Sans Unicode"/>
                <a:cs typeface="Lucida Sans Unicode"/>
              </a:rPr>
              <a:t>no</a:t>
            </a:r>
            <a:r>
              <a:rPr lang="en-US" sz="2000" spc="-120" dirty="0">
                <a:solidFill>
                  <a:srgbClr val="041C40"/>
                </a:solidFill>
                <a:latin typeface="Lucida Sans Unicode"/>
                <a:cs typeface="Lucida Sans Unicode"/>
              </a:rPr>
              <a:t> </a:t>
            </a:r>
            <a:r>
              <a:rPr lang="en-US" sz="2000">
                <a:solidFill>
                  <a:srgbClr val="041C40"/>
                </a:solidFill>
                <a:latin typeface="Lucida Sans Unicode"/>
                <a:cs typeface="Lucida Sans Unicode"/>
              </a:rPr>
              <a:t>delivery</a:t>
            </a:r>
            <a:r>
              <a:rPr lang="en-US" sz="2000" spc="-120" dirty="0">
                <a:solidFill>
                  <a:srgbClr val="041C40"/>
                </a:solidFill>
                <a:latin typeface="Lucida Sans Unicode"/>
                <a:cs typeface="Lucida Sans Unicode"/>
              </a:rPr>
              <a:t> </a:t>
            </a:r>
            <a:r>
              <a:rPr lang="en-US" sz="2000" spc="-20">
                <a:solidFill>
                  <a:srgbClr val="041C40"/>
                </a:solidFill>
                <a:latin typeface="Lucida Sans Unicode"/>
                <a:cs typeface="Lucida Sans Unicode"/>
              </a:rPr>
              <a:t>fee.</a:t>
            </a:r>
            <a:endParaRPr lang="en-US" sz="2000">
              <a:solidFill>
                <a:srgbClr val="000000"/>
              </a:solidFill>
              <a:latin typeface="Lucida Sans Unicode"/>
              <a:cs typeface="Lucida Sans Unicode"/>
            </a:endParaRPr>
          </a:p>
        </p:txBody>
      </p:sp>
      <p:sp>
        <p:nvSpPr>
          <p:cNvPr id="12" name="object 12"/>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
        <p:nvSpPr>
          <p:cNvPr id="10" name="object 10"/>
          <p:cNvSpPr txBox="1"/>
          <p:nvPr/>
        </p:nvSpPr>
        <p:spPr>
          <a:xfrm>
            <a:off x="1771672" y="3446871"/>
            <a:ext cx="3090545" cy="628377"/>
          </a:xfrm>
          <a:prstGeom prst="rect">
            <a:avLst/>
          </a:prstGeom>
        </p:spPr>
        <p:txBody>
          <a:bodyPr vert="horz" wrap="square" lIns="0" tIns="12700" rIns="0" bIns="0" rtlCol="0">
            <a:spAutoFit/>
          </a:bodyPr>
          <a:lstStyle/>
          <a:p>
            <a:pPr marL="12700">
              <a:lnSpc>
                <a:spcPct val="100000"/>
              </a:lnSpc>
              <a:spcBef>
                <a:spcPts val="100"/>
              </a:spcBef>
            </a:pPr>
            <a:r>
              <a:rPr sz="4000" spc="315">
                <a:solidFill>
                  <a:srgbClr val="041C40"/>
                </a:solidFill>
                <a:latin typeface="Aptos Slab Black" panose="020B0004020202020204" pitchFamily="34" charset="0"/>
                <a:ea typeface="Source Sans Pro Black" panose="020B0803030403020204" pitchFamily="34" charset="0"/>
                <a:cs typeface="Tahoma"/>
              </a:rPr>
              <a:t>SOLUTION</a:t>
            </a:r>
            <a:endParaRPr sz="4000">
              <a:latin typeface="Aptos Slab Black" panose="020B0004020202020204" pitchFamily="34" charset="0"/>
              <a:ea typeface="Source Sans Pro Black" panose="020B0803030403020204" pitchFamily="34" charset="0"/>
              <a:cs typeface="Tahoma"/>
            </a:endParaRPr>
          </a:p>
        </p:txBody>
      </p:sp>
      <p:sp>
        <p:nvSpPr>
          <p:cNvPr id="11" name="object 11" descr="$PPTXTitle"/>
          <p:cNvSpPr txBox="1">
            <a:spLocks noGrp="1"/>
          </p:cNvSpPr>
          <p:nvPr>
            <p:ph type="title"/>
          </p:nvPr>
        </p:nvSpPr>
        <p:spPr>
          <a:xfrm>
            <a:off x="15230682" y="922727"/>
            <a:ext cx="795020" cy="983090"/>
          </a:xfrm>
          <a:prstGeom prst="rect">
            <a:avLst/>
          </a:prstGeom>
        </p:spPr>
        <p:txBody>
          <a:bodyPr vert="horz" wrap="square" lIns="0" tIns="12065" rIns="0" bIns="0" rtlCol="0">
            <a:spAutoFit/>
          </a:bodyPr>
          <a:lstStyle/>
          <a:p>
            <a:pPr marL="59690" marR="52069" indent="-635" algn="ctr">
              <a:lnSpc>
                <a:spcPct val="115999"/>
              </a:lnSpc>
              <a:spcBef>
                <a:spcPts val="95"/>
              </a:spcBef>
            </a:pPr>
            <a:r>
              <a:rPr sz="1800" spc="175">
                <a:latin typeface="Arial" panose="020B0604020202020204" pitchFamily="34" charset="0"/>
                <a:cs typeface="Arial" panose="020B0604020202020204" pitchFamily="34" charset="0"/>
              </a:rPr>
              <a:t>For </a:t>
            </a:r>
            <a:r>
              <a:rPr sz="1800" spc="165">
                <a:latin typeface="Arial" panose="020B0604020202020204" pitchFamily="34" charset="0"/>
                <a:cs typeface="Arial" panose="020B0604020202020204" pitchFamily="34" charset="0"/>
              </a:rPr>
              <a:t>R150</a:t>
            </a:r>
            <a:endParaRPr sz="1800">
              <a:latin typeface="Arial" panose="020B0604020202020204" pitchFamily="34" charset="0"/>
              <a:cs typeface="Arial" panose="020B0604020202020204" pitchFamily="34" charset="0"/>
            </a:endParaRPr>
          </a:p>
          <a:p>
            <a:pPr algn="ctr">
              <a:lnSpc>
                <a:spcPct val="100000"/>
              </a:lnSpc>
              <a:spcBef>
                <a:spcPts val="425"/>
              </a:spcBef>
            </a:pPr>
            <a:r>
              <a:rPr sz="1800" spc="114">
                <a:latin typeface="Arial" panose="020B0604020202020204" pitchFamily="34" charset="0"/>
                <a:cs typeface="Arial" panose="020B0604020202020204" pitchFamily="34" charset="0"/>
              </a:rPr>
              <a:t>only!!</a:t>
            </a:r>
            <a:endParaRPr sz="180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99172" y="1313549"/>
            <a:ext cx="7524115" cy="7546340"/>
          </a:xfrm>
          <a:custGeom>
            <a:avLst/>
            <a:gdLst/>
            <a:ahLst/>
            <a:cxnLst/>
            <a:rect l="l" t="t" r="r" b="b"/>
            <a:pathLst>
              <a:path w="7524115" h="7546340">
                <a:moveTo>
                  <a:pt x="7523779" y="7546156"/>
                </a:moveTo>
                <a:lnTo>
                  <a:pt x="0" y="7546156"/>
                </a:lnTo>
                <a:lnTo>
                  <a:pt x="0" y="0"/>
                </a:lnTo>
                <a:lnTo>
                  <a:pt x="7523779" y="0"/>
                </a:lnTo>
                <a:lnTo>
                  <a:pt x="7523779" y="7546156"/>
                </a:lnTo>
                <a:close/>
              </a:path>
            </a:pathLst>
          </a:custGeom>
          <a:solidFill>
            <a:srgbClr val="FF741F">
              <a:alpha val="95999"/>
            </a:srgbClr>
          </a:solidFill>
        </p:spPr>
        <p:txBody>
          <a:bodyPr wrap="square" lIns="0" tIns="0" rIns="0" bIns="0" rtlCol="0"/>
          <a:lstStyle/>
          <a:p>
            <a:endParaRPr/>
          </a:p>
        </p:txBody>
      </p:sp>
      <p:sp>
        <p:nvSpPr>
          <p:cNvPr id="3" name="object 3"/>
          <p:cNvSpPr/>
          <p:nvPr/>
        </p:nvSpPr>
        <p:spPr>
          <a:xfrm>
            <a:off x="15679869" y="8360898"/>
            <a:ext cx="2608580" cy="1926589"/>
          </a:xfrm>
          <a:custGeom>
            <a:avLst/>
            <a:gdLst/>
            <a:ahLst/>
            <a:cxnLst/>
            <a:rect l="l" t="t" r="r" b="b"/>
            <a:pathLst>
              <a:path w="2608580" h="1926590">
                <a:moveTo>
                  <a:pt x="2608132" y="1926101"/>
                </a:moveTo>
                <a:lnTo>
                  <a:pt x="0" y="1926101"/>
                </a:lnTo>
                <a:lnTo>
                  <a:pt x="5463" y="1916269"/>
                </a:lnTo>
                <a:lnTo>
                  <a:pt x="27098" y="1878169"/>
                </a:lnTo>
                <a:lnTo>
                  <a:pt x="49192" y="1840069"/>
                </a:lnTo>
                <a:lnTo>
                  <a:pt x="71743" y="1801969"/>
                </a:lnTo>
                <a:lnTo>
                  <a:pt x="94745" y="1763869"/>
                </a:lnTo>
                <a:lnTo>
                  <a:pt x="118196" y="1725769"/>
                </a:lnTo>
                <a:lnTo>
                  <a:pt x="142092" y="1687669"/>
                </a:lnTo>
                <a:lnTo>
                  <a:pt x="166429" y="1649569"/>
                </a:lnTo>
                <a:lnTo>
                  <a:pt x="191204" y="1611469"/>
                </a:lnTo>
                <a:lnTo>
                  <a:pt x="216412" y="1573369"/>
                </a:lnTo>
                <a:lnTo>
                  <a:pt x="242052" y="1535269"/>
                </a:lnTo>
                <a:lnTo>
                  <a:pt x="268118" y="1497169"/>
                </a:lnTo>
                <a:lnTo>
                  <a:pt x="294607" y="1459069"/>
                </a:lnTo>
                <a:lnTo>
                  <a:pt x="321516" y="1420969"/>
                </a:lnTo>
                <a:lnTo>
                  <a:pt x="348842" y="1395569"/>
                </a:lnTo>
                <a:lnTo>
                  <a:pt x="376579" y="1357469"/>
                </a:lnTo>
                <a:lnTo>
                  <a:pt x="404726" y="1319369"/>
                </a:lnTo>
                <a:lnTo>
                  <a:pt x="433277" y="1281269"/>
                </a:lnTo>
                <a:lnTo>
                  <a:pt x="462230" y="1255869"/>
                </a:lnTo>
                <a:lnTo>
                  <a:pt x="491582" y="1217769"/>
                </a:lnTo>
                <a:lnTo>
                  <a:pt x="521327" y="1179669"/>
                </a:lnTo>
                <a:lnTo>
                  <a:pt x="551464" y="1154269"/>
                </a:lnTo>
                <a:lnTo>
                  <a:pt x="581987" y="1116169"/>
                </a:lnTo>
                <a:lnTo>
                  <a:pt x="612894" y="1090769"/>
                </a:lnTo>
                <a:lnTo>
                  <a:pt x="644182" y="1052669"/>
                </a:lnTo>
                <a:lnTo>
                  <a:pt x="675845" y="1027269"/>
                </a:lnTo>
                <a:lnTo>
                  <a:pt x="707881" y="989169"/>
                </a:lnTo>
                <a:lnTo>
                  <a:pt x="740287" y="963769"/>
                </a:lnTo>
                <a:lnTo>
                  <a:pt x="773058" y="925669"/>
                </a:lnTo>
                <a:lnTo>
                  <a:pt x="839682" y="874869"/>
                </a:lnTo>
                <a:lnTo>
                  <a:pt x="873527" y="836769"/>
                </a:lnTo>
                <a:lnTo>
                  <a:pt x="942269" y="785969"/>
                </a:lnTo>
                <a:lnTo>
                  <a:pt x="977157" y="760569"/>
                </a:lnTo>
                <a:lnTo>
                  <a:pt x="1012386" y="722469"/>
                </a:lnTo>
                <a:lnTo>
                  <a:pt x="1120077" y="646269"/>
                </a:lnTo>
                <a:lnTo>
                  <a:pt x="1230701" y="570069"/>
                </a:lnTo>
                <a:lnTo>
                  <a:pt x="1344160" y="493869"/>
                </a:lnTo>
                <a:lnTo>
                  <a:pt x="1382593" y="468469"/>
                </a:lnTo>
                <a:lnTo>
                  <a:pt x="1421327" y="455769"/>
                </a:lnTo>
                <a:lnTo>
                  <a:pt x="1539294" y="379569"/>
                </a:lnTo>
                <a:lnTo>
                  <a:pt x="1579194" y="366869"/>
                </a:lnTo>
                <a:lnTo>
                  <a:pt x="1659838" y="316069"/>
                </a:lnTo>
                <a:lnTo>
                  <a:pt x="1700574" y="303369"/>
                </a:lnTo>
                <a:lnTo>
                  <a:pt x="1741583" y="277969"/>
                </a:lnTo>
                <a:lnTo>
                  <a:pt x="1782859" y="265269"/>
                </a:lnTo>
                <a:lnTo>
                  <a:pt x="1824400" y="239869"/>
                </a:lnTo>
                <a:lnTo>
                  <a:pt x="1908261" y="214469"/>
                </a:lnTo>
                <a:lnTo>
                  <a:pt x="1950574" y="189069"/>
                </a:lnTo>
                <a:lnTo>
                  <a:pt x="2078998" y="150969"/>
                </a:lnTo>
                <a:lnTo>
                  <a:pt x="2122290" y="125569"/>
                </a:lnTo>
                <a:lnTo>
                  <a:pt x="2431726" y="36669"/>
                </a:lnTo>
                <a:lnTo>
                  <a:pt x="2476801" y="36669"/>
                </a:lnTo>
                <a:lnTo>
                  <a:pt x="2608132" y="0"/>
                </a:lnTo>
                <a:lnTo>
                  <a:pt x="2608132" y="1926101"/>
                </a:lnTo>
                <a:close/>
              </a:path>
            </a:pathLst>
          </a:custGeom>
          <a:solidFill>
            <a:srgbClr val="041C40">
              <a:alpha val="95999"/>
            </a:srgbClr>
          </a:solidFill>
        </p:spPr>
        <p:txBody>
          <a:bodyPr wrap="square" lIns="0" tIns="0" rIns="0" bIns="0" rtlCol="0"/>
          <a:lstStyle/>
          <a:p>
            <a:endParaRPr/>
          </a:p>
        </p:txBody>
      </p:sp>
      <p:sp>
        <p:nvSpPr>
          <p:cNvPr id="4" name="object 4"/>
          <p:cNvSpPr/>
          <p:nvPr/>
        </p:nvSpPr>
        <p:spPr>
          <a:xfrm>
            <a:off x="0" y="0"/>
            <a:ext cx="1769745" cy="1324610"/>
          </a:xfrm>
          <a:custGeom>
            <a:avLst/>
            <a:gdLst/>
            <a:ahLst/>
            <a:cxnLst/>
            <a:rect l="l" t="t" r="r" b="b"/>
            <a:pathLst>
              <a:path w="1769745" h="1324610">
                <a:moveTo>
                  <a:pt x="0" y="1324120"/>
                </a:moveTo>
                <a:lnTo>
                  <a:pt x="0" y="0"/>
                </a:lnTo>
                <a:lnTo>
                  <a:pt x="1769136" y="0"/>
                </a:lnTo>
                <a:lnTo>
                  <a:pt x="1740814" y="45202"/>
                </a:lnTo>
                <a:lnTo>
                  <a:pt x="1716285" y="83302"/>
                </a:lnTo>
                <a:lnTo>
                  <a:pt x="1665550" y="159502"/>
                </a:lnTo>
                <a:lnTo>
                  <a:pt x="1612618" y="235702"/>
                </a:lnTo>
                <a:lnTo>
                  <a:pt x="1585343" y="273802"/>
                </a:lnTo>
                <a:lnTo>
                  <a:pt x="1557536" y="299202"/>
                </a:lnTo>
                <a:lnTo>
                  <a:pt x="1500353" y="375402"/>
                </a:lnTo>
                <a:lnTo>
                  <a:pt x="1470987" y="413502"/>
                </a:lnTo>
                <a:lnTo>
                  <a:pt x="1441114" y="438902"/>
                </a:lnTo>
                <a:lnTo>
                  <a:pt x="1410739" y="477002"/>
                </a:lnTo>
                <a:lnTo>
                  <a:pt x="1379869" y="502402"/>
                </a:lnTo>
                <a:lnTo>
                  <a:pt x="1348508" y="540502"/>
                </a:lnTo>
                <a:lnTo>
                  <a:pt x="1316663" y="565902"/>
                </a:lnTo>
                <a:lnTo>
                  <a:pt x="1284340" y="604002"/>
                </a:lnTo>
                <a:lnTo>
                  <a:pt x="1251544" y="629402"/>
                </a:lnTo>
                <a:lnTo>
                  <a:pt x="1218283" y="667502"/>
                </a:lnTo>
                <a:lnTo>
                  <a:pt x="1150384" y="718302"/>
                </a:lnTo>
                <a:lnTo>
                  <a:pt x="1115759" y="756402"/>
                </a:lnTo>
                <a:lnTo>
                  <a:pt x="1080691" y="781802"/>
                </a:lnTo>
                <a:lnTo>
                  <a:pt x="1009251" y="832602"/>
                </a:lnTo>
                <a:lnTo>
                  <a:pt x="936111" y="883402"/>
                </a:lnTo>
                <a:lnTo>
                  <a:pt x="861320" y="934202"/>
                </a:lnTo>
                <a:lnTo>
                  <a:pt x="784923" y="985002"/>
                </a:lnTo>
                <a:lnTo>
                  <a:pt x="667423" y="1061202"/>
                </a:lnTo>
                <a:lnTo>
                  <a:pt x="627505" y="1073902"/>
                </a:lnTo>
                <a:lnTo>
                  <a:pt x="546578" y="1124702"/>
                </a:lnTo>
                <a:lnTo>
                  <a:pt x="505580" y="1137402"/>
                </a:lnTo>
                <a:lnTo>
                  <a:pt x="464235" y="1162802"/>
                </a:lnTo>
                <a:lnTo>
                  <a:pt x="422548" y="1175502"/>
                </a:lnTo>
                <a:lnTo>
                  <a:pt x="380524" y="1200902"/>
                </a:lnTo>
                <a:lnTo>
                  <a:pt x="252497" y="1239002"/>
                </a:lnTo>
                <a:lnTo>
                  <a:pt x="209188" y="1264402"/>
                </a:lnTo>
                <a:lnTo>
                  <a:pt x="0" y="1324120"/>
                </a:lnTo>
                <a:close/>
              </a:path>
            </a:pathLst>
          </a:custGeom>
          <a:solidFill>
            <a:srgbClr val="041C40">
              <a:alpha val="95999"/>
            </a:srgbClr>
          </a:solidFill>
        </p:spPr>
        <p:txBody>
          <a:bodyPr wrap="square" lIns="0" tIns="0" rIns="0" bIns="0" rtlCol="0"/>
          <a:lstStyle/>
          <a:p>
            <a:endParaRPr/>
          </a:p>
        </p:txBody>
      </p:sp>
      <p:pic>
        <p:nvPicPr>
          <p:cNvPr id="5" name="object 5"/>
          <p:cNvPicPr/>
          <p:nvPr/>
        </p:nvPicPr>
        <p:blipFill>
          <a:blip r:embed="rId2" cstate="print"/>
          <a:stretch>
            <a:fillRect/>
          </a:stretch>
        </p:blipFill>
        <p:spPr>
          <a:xfrm>
            <a:off x="10422551" y="2269069"/>
            <a:ext cx="5246369" cy="5245099"/>
          </a:xfrm>
          <a:prstGeom prst="rect">
            <a:avLst/>
          </a:prstGeom>
        </p:spPr>
      </p:pic>
      <p:sp>
        <p:nvSpPr>
          <p:cNvPr id="6" name="object 6"/>
          <p:cNvSpPr txBox="1"/>
          <p:nvPr/>
        </p:nvSpPr>
        <p:spPr>
          <a:xfrm>
            <a:off x="2350484" y="4435795"/>
            <a:ext cx="2070100" cy="1748155"/>
          </a:xfrm>
          <a:prstGeom prst="rect">
            <a:avLst/>
          </a:prstGeom>
        </p:spPr>
        <p:txBody>
          <a:bodyPr vert="horz" wrap="square" lIns="0" tIns="418464" rIns="0" bIns="0" rtlCol="0">
            <a:spAutoFit/>
          </a:bodyPr>
          <a:lstStyle/>
          <a:p>
            <a:pPr algn="ctr">
              <a:lnSpc>
                <a:spcPct val="100000"/>
              </a:lnSpc>
              <a:spcBef>
                <a:spcPts val="3294"/>
              </a:spcBef>
            </a:pPr>
            <a:r>
              <a:rPr sz="5650" spc="60">
                <a:solidFill>
                  <a:srgbClr val="FDFDFD"/>
                </a:solidFill>
                <a:latin typeface="Arial" panose="020B0604020202020204" pitchFamily="34" charset="0"/>
                <a:cs typeface="Arial" panose="020B0604020202020204" pitchFamily="34" charset="0"/>
              </a:rPr>
              <a:t>80%</a:t>
            </a:r>
            <a:endParaRPr sz="5650">
              <a:latin typeface="Arial" panose="020B0604020202020204" pitchFamily="34" charset="0"/>
              <a:cs typeface="Arial" panose="020B0604020202020204" pitchFamily="34" charset="0"/>
            </a:endParaRPr>
          </a:p>
          <a:p>
            <a:pPr algn="ctr">
              <a:lnSpc>
                <a:spcPct val="100000"/>
              </a:lnSpc>
              <a:spcBef>
                <a:spcPts val="1180"/>
              </a:spcBef>
            </a:pPr>
            <a:r>
              <a:rPr sz="2000" spc="45">
                <a:solidFill>
                  <a:srgbClr val="FDFDFD"/>
                </a:solidFill>
                <a:latin typeface="Arial" panose="020B0604020202020204" pitchFamily="34" charset="0"/>
                <a:cs typeface="Arial" panose="020B0604020202020204" pitchFamily="34" charset="0"/>
              </a:rPr>
              <a:t>Revenue</a:t>
            </a:r>
            <a:r>
              <a:rPr sz="2000" spc="-175">
                <a:solidFill>
                  <a:srgbClr val="FDFDFD"/>
                </a:solidFill>
                <a:latin typeface="Arial" panose="020B0604020202020204" pitchFamily="34" charset="0"/>
                <a:cs typeface="Arial" panose="020B0604020202020204" pitchFamily="34" charset="0"/>
              </a:rPr>
              <a:t> </a:t>
            </a:r>
            <a:r>
              <a:rPr sz="2000" spc="-10">
                <a:solidFill>
                  <a:srgbClr val="FDFDFD"/>
                </a:solidFill>
                <a:latin typeface="Arial" panose="020B0604020202020204" pitchFamily="34" charset="0"/>
                <a:cs typeface="Arial" panose="020B0604020202020204" pitchFamily="34" charset="0"/>
              </a:rPr>
              <a:t>Growth</a:t>
            </a:r>
            <a:endParaRPr sz="2000">
              <a:latin typeface="Arial" panose="020B0604020202020204" pitchFamily="34" charset="0"/>
              <a:cs typeface="Arial" panose="020B0604020202020204" pitchFamily="34" charset="0"/>
            </a:endParaRPr>
          </a:p>
        </p:txBody>
      </p:sp>
      <p:sp>
        <p:nvSpPr>
          <p:cNvPr id="7" name="object 7" descr="$PPTXTitle"/>
          <p:cNvSpPr txBox="1">
            <a:spLocks noGrp="1"/>
          </p:cNvSpPr>
          <p:nvPr>
            <p:ph type="title"/>
          </p:nvPr>
        </p:nvSpPr>
        <p:spPr>
          <a:xfrm>
            <a:off x="2187566" y="1372716"/>
            <a:ext cx="5642610" cy="3103880"/>
          </a:xfrm>
          <a:prstGeom prst="rect">
            <a:avLst/>
          </a:prstGeom>
        </p:spPr>
        <p:txBody>
          <a:bodyPr vert="horz" wrap="square" lIns="0" tIns="378460" rIns="0" bIns="0" rtlCol="0" anchor="t">
            <a:spAutoFit/>
          </a:bodyPr>
          <a:lstStyle/>
          <a:p>
            <a:pPr marL="12700">
              <a:lnSpc>
                <a:spcPct val="100000"/>
              </a:lnSpc>
              <a:spcBef>
                <a:spcPts val="2980"/>
              </a:spcBef>
            </a:pPr>
            <a:r>
              <a:rPr sz="5650" b="1" spc="-135">
                <a:solidFill>
                  <a:srgbClr val="FDFDFD"/>
                </a:solidFill>
                <a:latin typeface="Lucida Sans Unicode"/>
                <a:cs typeface="Lucida Sans Unicode"/>
              </a:rPr>
              <a:t>S</a:t>
            </a:r>
            <a:r>
              <a:rPr lang="en-US" sz="5650" b="1" spc="-135">
                <a:solidFill>
                  <a:srgbClr val="FDFDFD"/>
                </a:solidFill>
                <a:latin typeface="Lucida Sans Unicode"/>
                <a:cs typeface="Lucida Sans Unicode"/>
              </a:rPr>
              <a:t>TATISTICS</a:t>
            </a:r>
            <a:endParaRPr lang="en-US" sz="5650">
              <a:latin typeface="Lucida Sans Unicode"/>
              <a:cs typeface="Lucida Sans Unicode"/>
            </a:endParaRPr>
          </a:p>
          <a:p>
            <a:pPr marL="12700" marR="5080">
              <a:lnSpc>
                <a:spcPct val="115599"/>
              </a:lnSpc>
              <a:spcBef>
                <a:spcPts val="695"/>
              </a:spcBef>
            </a:pPr>
            <a:r>
              <a:rPr sz="2000" spc="-20" dirty="0">
                <a:solidFill>
                  <a:srgbClr val="FDFDFD"/>
                </a:solidFill>
                <a:latin typeface="Lucida Sans Unicode"/>
                <a:cs typeface="Lucida Sans Unicode"/>
              </a:rPr>
              <a:t>A</a:t>
            </a:r>
            <a:r>
              <a:rPr sz="2000" spc="-145" dirty="0">
                <a:solidFill>
                  <a:srgbClr val="FDFDFD"/>
                </a:solidFill>
                <a:latin typeface="Lucida Sans Unicode"/>
                <a:cs typeface="Lucida Sans Unicode"/>
              </a:rPr>
              <a:t> </a:t>
            </a:r>
            <a:r>
              <a:rPr sz="2000" dirty="0">
                <a:solidFill>
                  <a:srgbClr val="FDFDFD"/>
                </a:solidFill>
                <a:latin typeface="Lucida Sans Unicode"/>
                <a:cs typeface="Lucida Sans Unicode"/>
              </a:rPr>
              <a:t>survey</a:t>
            </a:r>
            <a:r>
              <a:rPr sz="2000" spc="-140" dirty="0">
                <a:solidFill>
                  <a:srgbClr val="FDFDFD"/>
                </a:solidFill>
                <a:latin typeface="Lucida Sans Unicode"/>
                <a:cs typeface="Lucida Sans Unicode"/>
              </a:rPr>
              <a:t> </a:t>
            </a:r>
            <a:r>
              <a:rPr sz="2000" spc="105" dirty="0">
                <a:solidFill>
                  <a:srgbClr val="FDFDFD"/>
                </a:solidFill>
                <a:latin typeface="Lucida Sans Unicode"/>
                <a:cs typeface="Lucida Sans Unicode"/>
              </a:rPr>
              <a:t>was</a:t>
            </a:r>
            <a:r>
              <a:rPr sz="2000" spc="-145" dirty="0">
                <a:solidFill>
                  <a:srgbClr val="FDFDFD"/>
                </a:solidFill>
                <a:latin typeface="Lucida Sans Unicode"/>
                <a:cs typeface="Lucida Sans Unicode"/>
              </a:rPr>
              <a:t> </a:t>
            </a:r>
            <a:r>
              <a:rPr sz="2000" spc="70" dirty="0">
                <a:solidFill>
                  <a:srgbClr val="FDFDFD"/>
                </a:solidFill>
                <a:latin typeface="Lucida Sans Unicode"/>
                <a:cs typeface="Lucida Sans Unicode"/>
              </a:rPr>
              <a:t>passed</a:t>
            </a:r>
            <a:r>
              <a:rPr sz="2000" spc="-140" dirty="0">
                <a:solidFill>
                  <a:srgbClr val="FDFDFD"/>
                </a:solidFill>
                <a:latin typeface="Lucida Sans Unicode"/>
                <a:cs typeface="Lucida Sans Unicode"/>
              </a:rPr>
              <a:t> </a:t>
            </a:r>
            <a:r>
              <a:rPr sz="2000" dirty="0">
                <a:solidFill>
                  <a:srgbClr val="FDFDFD"/>
                </a:solidFill>
                <a:latin typeface="Lucida Sans Unicode"/>
                <a:cs typeface="Lucida Sans Unicode"/>
              </a:rPr>
              <a:t>to</a:t>
            </a:r>
            <a:r>
              <a:rPr sz="2000" spc="-145" dirty="0">
                <a:solidFill>
                  <a:srgbClr val="FDFDFD"/>
                </a:solidFill>
                <a:latin typeface="Lucida Sans Unicode"/>
                <a:cs typeface="Lucida Sans Unicode"/>
              </a:rPr>
              <a:t> </a:t>
            </a:r>
            <a:r>
              <a:rPr sz="2000" spc="-75" dirty="0">
                <a:solidFill>
                  <a:srgbClr val="FDFDFD"/>
                </a:solidFill>
                <a:latin typeface="Lucida Sans Unicode"/>
                <a:cs typeface="Lucida Sans Unicode"/>
              </a:rPr>
              <a:t>28</a:t>
            </a:r>
            <a:r>
              <a:rPr sz="2000" spc="-140" dirty="0">
                <a:solidFill>
                  <a:srgbClr val="FDFDFD"/>
                </a:solidFill>
                <a:latin typeface="Lucida Sans Unicode"/>
                <a:cs typeface="Lucida Sans Unicode"/>
              </a:rPr>
              <a:t> </a:t>
            </a:r>
            <a:r>
              <a:rPr sz="2000" dirty="0">
                <a:solidFill>
                  <a:srgbClr val="FDFDFD"/>
                </a:solidFill>
                <a:latin typeface="Lucida Sans Unicode"/>
                <a:cs typeface="Lucida Sans Unicode"/>
              </a:rPr>
              <a:t>student</a:t>
            </a:r>
            <a:r>
              <a:rPr sz="2000" spc="-145" dirty="0">
                <a:solidFill>
                  <a:srgbClr val="FDFDFD"/>
                </a:solidFill>
                <a:latin typeface="Lucida Sans Unicode"/>
                <a:cs typeface="Lucida Sans Unicode"/>
              </a:rPr>
              <a:t> </a:t>
            </a:r>
            <a:r>
              <a:rPr sz="2000" dirty="0">
                <a:solidFill>
                  <a:srgbClr val="FDFDFD"/>
                </a:solidFill>
                <a:latin typeface="Lucida Sans Unicode"/>
                <a:cs typeface="Lucida Sans Unicode"/>
              </a:rPr>
              <a:t>to</a:t>
            </a:r>
            <a:r>
              <a:rPr sz="2000" spc="-140" dirty="0">
                <a:solidFill>
                  <a:srgbClr val="FDFDFD"/>
                </a:solidFill>
                <a:latin typeface="Lucida Sans Unicode"/>
                <a:cs typeface="Lucida Sans Unicode"/>
              </a:rPr>
              <a:t> </a:t>
            </a:r>
            <a:r>
              <a:rPr sz="2000" spc="55" dirty="0">
                <a:solidFill>
                  <a:srgbClr val="FDFDFD"/>
                </a:solidFill>
                <a:latin typeface="Lucida Sans Unicode"/>
                <a:cs typeface="Lucida Sans Unicode"/>
              </a:rPr>
              <a:t>check</a:t>
            </a:r>
            <a:r>
              <a:rPr sz="2000" spc="-145" dirty="0">
                <a:solidFill>
                  <a:srgbClr val="FDFDFD"/>
                </a:solidFill>
                <a:latin typeface="Lucida Sans Unicode"/>
                <a:cs typeface="Lucida Sans Unicode"/>
              </a:rPr>
              <a:t> </a:t>
            </a:r>
            <a:r>
              <a:rPr sz="2000" spc="-25" dirty="0">
                <a:solidFill>
                  <a:srgbClr val="FDFDFD"/>
                </a:solidFill>
                <a:latin typeface="Lucida Sans Unicode"/>
                <a:cs typeface="Lucida Sans Unicode"/>
              </a:rPr>
              <a:t>if </a:t>
            </a:r>
            <a:r>
              <a:rPr sz="2000" dirty="0">
                <a:solidFill>
                  <a:srgbClr val="FDFDFD"/>
                </a:solidFill>
                <a:latin typeface="Lucida Sans Unicode"/>
                <a:cs typeface="Lucida Sans Unicode"/>
              </a:rPr>
              <a:t>they</a:t>
            </a:r>
            <a:r>
              <a:rPr sz="2000" spc="-130" dirty="0">
                <a:solidFill>
                  <a:srgbClr val="FDFDFD"/>
                </a:solidFill>
                <a:latin typeface="Lucida Sans Unicode"/>
                <a:cs typeface="Lucida Sans Unicode"/>
              </a:rPr>
              <a:t> </a:t>
            </a:r>
            <a:r>
              <a:rPr sz="2000" dirty="0">
                <a:solidFill>
                  <a:srgbClr val="FDFDFD"/>
                </a:solidFill>
                <a:latin typeface="Lucida Sans Unicode"/>
                <a:cs typeface="Lucida Sans Unicode"/>
              </a:rPr>
              <a:t>would</a:t>
            </a:r>
            <a:r>
              <a:rPr sz="2000" spc="-125" dirty="0">
                <a:solidFill>
                  <a:srgbClr val="FDFDFD"/>
                </a:solidFill>
                <a:latin typeface="Lucida Sans Unicode"/>
                <a:cs typeface="Lucida Sans Unicode"/>
              </a:rPr>
              <a:t> </a:t>
            </a:r>
            <a:r>
              <a:rPr sz="2000" spc="-80" dirty="0">
                <a:solidFill>
                  <a:srgbClr val="FDFDFD"/>
                </a:solidFill>
                <a:latin typeface="Lucida Sans Unicode"/>
                <a:cs typeface="Lucida Sans Unicode"/>
              </a:rPr>
              <a:t>like</a:t>
            </a:r>
            <a:r>
              <a:rPr sz="2000" spc="-130" dirty="0">
                <a:solidFill>
                  <a:srgbClr val="FDFDFD"/>
                </a:solidFill>
                <a:latin typeface="Lucida Sans Unicode"/>
                <a:cs typeface="Lucida Sans Unicode"/>
              </a:rPr>
              <a:t> </a:t>
            </a:r>
            <a:r>
              <a:rPr sz="2000" dirty="0">
                <a:solidFill>
                  <a:srgbClr val="FDFDFD"/>
                </a:solidFill>
                <a:latin typeface="Lucida Sans Unicode"/>
                <a:cs typeface="Lucida Sans Unicode"/>
              </a:rPr>
              <a:t>to</a:t>
            </a:r>
            <a:r>
              <a:rPr sz="2000" spc="-125" dirty="0">
                <a:solidFill>
                  <a:srgbClr val="FDFDFD"/>
                </a:solidFill>
                <a:latin typeface="Lucida Sans Unicode"/>
                <a:cs typeface="Lucida Sans Unicode"/>
              </a:rPr>
              <a:t> </a:t>
            </a:r>
            <a:r>
              <a:rPr sz="2000" spc="80" dirty="0">
                <a:solidFill>
                  <a:srgbClr val="FDFDFD"/>
                </a:solidFill>
                <a:latin typeface="Lucida Sans Unicode"/>
                <a:cs typeface="Lucida Sans Unicode"/>
              </a:rPr>
              <a:t>wear</a:t>
            </a:r>
            <a:r>
              <a:rPr sz="2000" spc="-130" dirty="0">
                <a:solidFill>
                  <a:srgbClr val="FDFDFD"/>
                </a:solidFill>
                <a:latin typeface="Lucida Sans Unicode"/>
                <a:cs typeface="Lucida Sans Unicode"/>
              </a:rPr>
              <a:t> </a:t>
            </a:r>
            <a:r>
              <a:rPr sz="2000" spc="65" dirty="0">
                <a:solidFill>
                  <a:srgbClr val="FDFDFD"/>
                </a:solidFill>
                <a:latin typeface="Lucida Sans Unicode"/>
                <a:cs typeface="Lucida Sans Unicode"/>
              </a:rPr>
              <a:t>them</a:t>
            </a:r>
            <a:r>
              <a:rPr sz="2000" spc="-125" dirty="0">
                <a:solidFill>
                  <a:srgbClr val="FDFDFD"/>
                </a:solidFill>
                <a:latin typeface="Lucida Sans Unicode"/>
                <a:cs typeface="Lucida Sans Unicode"/>
              </a:rPr>
              <a:t> </a:t>
            </a:r>
            <a:r>
              <a:rPr sz="2000" spc="130" dirty="0">
                <a:solidFill>
                  <a:srgbClr val="FDFDFD"/>
                </a:solidFill>
                <a:latin typeface="Lucida Sans Unicode"/>
                <a:cs typeface="Lucida Sans Unicode"/>
              </a:rPr>
              <a:t>an</a:t>
            </a:r>
            <a:r>
              <a:rPr sz="2000" spc="-130" dirty="0">
                <a:solidFill>
                  <a:srgbClr val="FDFDFD"/>
                </a:solidFill>
                <a:latin typeface="Lucida Sans Unicode"/>
                <a:cs typeface="Lucida Sans Unicode"/>
              </a:rPr>
              <a:t> </a:t>
            </a:r>
            <a:r>
              <a:rPr sz="2000" spc="-105" dirty="0">
                <a:solidFill>
                  <a:srgbClr val="FDFDFD"/>
                </a:solidFill>
                <a:latin typeface="Lucida Sans Unicode"/>
                <a:cs typeface="Lucida Sans Unicode"/>
              </a:rPr>
              <a:t>if</a:t>
            </a:r>
            <a:r>
              <a:rPr sz="2000" spc="-125" dirty="0">
                <a:solidFill>
                  <a:srgbClr val="FDFDFD"/>
                </a:solidFill>
                <a:latin typeface="Lucida Sans Unicode"/>
                <a:cs typeface="Lucida Sans Unicode"/>
              </a:rPr>
              <a:t> </a:t>
            </a:r>
            <a:r>
              <a:rPr sz="2000" dirty="0">
                <a:solidFill>
                  <a:srgbClr val="FDFDFD"/>
                </a:solidFill>
                <a:latin typeface="Lucida Sans Unicode"/>
                <a:cs typeface="Lucida Sans Unicode"/>
              </a:rPr>
              <a:t>they</a:t>
            </a:r>
            <a:r>
              <a:rPr sz="2000" spc="-125" dirty="0">
                <a:solidFill>
                  <a:srgbClr val="FDFDFD"/>
                </a:solidFill>
                <a:latin typeface="Lucida Sans Unicode"/>
                <a:cs typeface="Lucida Sans Unicode"/>
              </a:rPr>
              <a:t> </a:t>
            </a:r>
            <a:r>
              <a:rPr sz="2000" spc="-10" dirty="0">
                <a:solidFill>
                  <a:srgbClr val="FDFDFD"/>
                </a:solidFill>
                <a:latin typeface="Lucida Sans Unicode"/>
                <a:cs typeface="Lucida Sans Unicode"/>
              </a:rPr>
              <a:t>would </a:t>
            </a:r>
            <a:r>
              <a:rPr sz="2000" dirty="0">
                <a:solidFill>
                  <a:srgbClr val="FDFDFD"/>
                </a:solidFill>
                <a:latin typeface="Lucida Sans Unicode"/>
                <a:cs typeface="Lucida Sans Unicode"/>
              </a:rPr>
              <a:t>afford</a:t>
            </a:r>
            <a:r>
              <a:rPr sz="2000" spc="-155" dirty="0">
                <a:solidFill>
                  <a:srgbClr val="FDFDFD"/>
                </a:solidFill>
                <a:latin typeface="Lucida Sans Unicode"/>
                <a:cs typeface="Lucida Sans Unicode"/>
              </a:rPr>
              <a:t> </a:t>
            </a:r>
            <a:r>
              <a:rPr sz="2000" spc="-20" dirty="0" err="1">
                <a:solidFill>
                  <a:srgbClr val="FDFDFD"/>
                </a:solidFill>
                <a:latin typeface="Lucida Sans Unicode"/>
                <a:cs typeface="Lucida Sans Unicode"/>
              </a:rPr>
              <a:t>them.The</a:t>
            </a:r>
            <a:r>
              <a:rPr sz="2000" spc="-150" dirty="0">
                <a:solidFill>
                  <a:srgbClr val="FDFDFD"/>
                </a:solidFill>
                <a:latin typeface="Lucida Sans Unicode"/>
                <a:cs typeface="Lucida Sans Unicode"/>
              </a:rPr>
              <a:t> </a:t>
            </a:r>
            <a:r>
              <a:rPr sz="2000" spc="-30" dirty="0">
                <a:solidFill>
                  <a:srgbClr val="FDFDFD"/>
                </a:solidFill>
                <a:latin typeface="Lucida Sans Unicode"/>
                <a:cs typeface="Lucida Sans Unicode"/>
              </a:rPr>
              <a:t>results</a:t>
            </a:r>
            <a:r>
              <a:rPr sz="2000" spc="-150" dirty="0">
                <a:solidFill>
                  <a:srgbClr val="FDFDFD"/>
                </a:solidFill>
                <a:latin typeface="Lucida Sans Unicode"/>
                <a:cs typeface="Lucida Sans Unicode"/>
              </a:rPr>
              <a:t> </a:t>
            </a:r>
            <a:r>
              <a:rPr sz="2000" spc="110" dirty="0">
                <a:solidFill>
                  <a:srgbClr val="FDFDFD"/>
                </a:solidFill>
                <a:latin typeface="Lucida Sans Unicode"/>
                <a:cs typeface="Lucida Sans Unicode"/>
              </a:rPr>
              <a:t>we</a:t>
            </a:r>
            <a:r>
              <a:rPr sz="2000" spc="-150" dirty="0">
                <a:solidFill>
                  <a:srgbClr val="FDFDFD"/>
                </a:solidFill>
                <a:latin typeface="Lucida Sans Unicode"/>
                <a:cs typeface="Lucida Sans Unicode"/>
              </a:rPr>
              <a:t> </a:t>
            </a:r>
            <a:r>
              <a:rPr sz="2000" spc="45" dirty="0">
                <a:solidFill>
                  <a:srgbClr val="FDFDFD"/>
                </a:solidFill>
                <a:latin typeface="Lucida Sans Unicode"/>
                <a:cs typeface="Lucida Sans Unicode"/>
              </a:rPr>
              <a:t>received</a:t>
            </a:r>
            <a:r>
              <a:rPr sz="2000" spc="-150" dirty="0">
                <a:solidFill>
                  <a:srgbClr val="FDFDFD"/>
                </a:solidFill>
                <a:latin typeface="Lucida Sans Unicode"/>
                <a:cs typeface="Lucida Sans Unicode"/>
              </a:rPr>
              <a:t> </a:t>
            </a:r>
            <a:r>
              <a:rPr sz="2000" spc="35" dirty="0">
                <a:solidFill>
                  <a:srgbClr val="FDFDFD"/>
                </a:solidFill>
                <a:latin typeface="Lucida Sans Unicode"/>
                <a:cs typeface="Lucida Sans Unicode"/>
              </a:rPr>
              <a:t>were </a:t>
            </a:r>
            <a:r>
              <a:rPr sz="2000" dirty="0">
                <a:solidFill>
                  <a:srgbClr val="FDFDFD"/>
                </a:solidFill>
                <a:latin typeface="Lucida Sans Unicode"/>
                <a:cs typeface="Lucida Sans Unicode"/>
              </a:rPr>
              <a:t>used</a:t>
            </a:r>
            <a:r>
              <a:rPr sz="2000" spc="-95" dirty="0">
                <a:solidFill>
                  <a:srgbClr val="FDFDFD"/>
                </a:solidFill>
                <a:latin typeface="Lucida Sans Unicode"/>
                <a:cs typeface="Lucida Sans Unicode"/>
              </a:rPr>
              <a:t> </a:t>
            </a:r>
            <a:r>
              <a:rPr sz="2000" dirty="0">
                <a:solidFill>
                  <a:srgbClr val="FDFDFD"/>
                </a:solidFill>
                <a:latin typeface="Lucida Sans Unicode"/>
                <a:cs typeface="Lucida Sans Unicode"/>
              </a:rPr>
              <a:t>to</a:t>
            </a:r>
            <a:r>
              <a:rPr sz="2000" spc="-90" dirty="0">
                <a:solidFill>
                  <a:srgbClr val="FDFDFD"/>
                </a:solidFill>
                <a:latin typeface="Lucida Sans Unicode"/>
                <a:cs typeface="Lucida Sans Unicode"/>
              </a:rPr>
              <a:t> </a:t>
            </a:r>
            <a:r>
              <a:rPr sz="2000" spc="55" dirty="0">
                <a:solidFill>
                  <a:srgbClr val="FDFDFD"/>
                </a:solidFill>
                <a:latin typeface="Lucida Sans Unicode"/>
                <a:cs typeface="Lucida Sans Unicode"/>
              </a:rPr>
              <a:t>check</a:t>
            </a:r>
            <a:r>
              <a:rPr sz="2000" spc="-90" dirty="0">
                <a:solidFill>
                  <a:srgbClr val="FDFDFD"/>
                </a:solidFill>
                <a:latin typeface="Lucida Sans Unicode"/>
                <a:cs typeface="Lucida Sans Unicode"/>
              </a:rPr>
              <a:t> </a:t>
            </a:r>
            <a:r>
              <a:rPr sz="2000" spc="-10" dirty="0">
                <a:solidFill>
                  <a:srgbClr val="FDFDFD"/>
                </a:solidFill>
                <a:latin typeface="Lucida Sans Unicode"/>
                <a:cs typeface="Lucida Sans Unicode"/>
              </a:rPr>
              <a:t>our</a:t>
            </a:r>
            <a:r>
              <a:rPr sz="2000" spc="-90" dirty="0">
                <a:solidFill>
                  <a:srgbClr val="FDFDFD"/>
                </a:solidFill>
                <a:latin typeface="Lucida Sans Unicode"/>
                <a:cs typeface="Lucida Sans Unicode"/>
              </a:rPr>
              <a:t> </a:t>
            </a:r>
            <a:r>
              <a:rPr sz="2000" dirty="0">
                <a:solidFill>
                  <a:srgbClr val="FDFDFD"/>
                </a:solidFill>
                <a:latin typeface="Lucida Sans Unicode"/>
                <a:cs typeface="Lucida Sans Unicode"/>
              </a:rPr>
              <a:t>revenue</a:t>
            </a:r>
            <a:r>
              <a:rPr sz="2000" spc="-90" dirty="0">
                <a:solidFill>
                  <a:srgbClr val="FDFDFD"/>
                </a:solidFill>
                <a:latin typeface="Lucida Sans Unicode"/>
                <a:cs typeface="Lucida Sans Unicode"/>
              </a:rPr>
              <a:t> </a:t>
            </a:r>
            <a:r>
              <a:rPr sz="2000" dirty="0">
                <a:solidFill>
                  <a:srgbClr val="FDFDFD"/>
                </a:solidFill>
                <a:latin typeface="Lucida Sans Unicode"/>
                <a:cs typeface="Lucida Sans Unicode"/>
              </a:rPr>
              <a:t>growth</a:t>
            </a:r>
            <a:r>
              <a:rPr sz="2000" spc="-90" dirty="0">
                <a:solidFill>
                  <a:srgbClr val="FDFDFD"/>
                </a:solidFill>
                <a:latin typeface="Lucida Sans Unicode"/>
                <a:cs typeface="Lucida Sans Unicode"/>
              </a:rPr>
              <a:t> </a:t>
            </a:r>
            <a:r>
              <a:rPr sz="2000" spc="105" dirty="0">
                <a:solidFill>
                  <a:srgbClr val="FDFDFD"/>
                </a:solidFill>
                <a:latin typeface="Lucida Sans Unicode"/>
                <a:cs typeface="Lucida Sans Unicode"/>
              </a:rPr>
              <a:t>and</a:t>
            </a:r>
            <a:r>
              <a:rPr sz="2000" spc="-95" dirty="0">
                <a:solidFill>
                  <a:srgbClr val="FDFDFD"/>
                </a:solidFill>
                <a:latin typeface="Lucida Sans Unicode"/>
                <a:cs typeface="Lucida Sans Unicode"/>
              </a:rPr>
              <a:t> </a:t>
            </a:r>
            <a:r>
              <a:rPr sz="2000" spc="-10" dirty="0">
                <a:solidFill>
                  <a:srgbClr val="FDFDFD"/>
                </a:solidFill>
                <a:latin typeface="Lucida Sans Unicode"/>
                <a:cs typeface="Lucida Sans Unicode"/>
              </a:rPr>
              <a:t>return </a:t>
            </a:r>
            <a:r>
              <a:rPr sz="2000" dirty="0">
                <a:solidFill>
                  <a:srgbClr val="FDFDFD"/>
                </a:solidFill>
                <a:latin typeface="Lucida Sans Unicode"/>
                <a:cs typeface="Lucida Sans Unicode"/>
              </a:rPr>
              <a:t>on</a:t>
            </a:r>
            <a:r>
              <a:rPr sz="2000" spc="-100" dirty="0">
                <a:solidFill>
                  <a:srgbClr val="FDFDFD"/>
                </a:solidFill>
                <a:latin typeface="Lucida Sans Unicode"/>
                <a:cs typeface="Lucida Sans Unicode"/>
              </a:rPr>
              <a:t> </a:t>
            </a:r>
            <a:r>
              <a:rPr sz="2000" spc="-10" dirty="0">
                <a:solidFill>
                  <a:srgbClr val="FDFDFD"/>
                </a:solidFill>
                <a:latin typeface="Lucida Sans Unicode"/>
                <a:cs typeface="Lucida Sans Unicode"/>
              </a:rPr>
              <a:t>investment</a:t>
            </a:r>
            <a:endParaRPr sz="2000" dirty="0">
              <a:latin typeface="Lucida Sans Unicode"/>
              <a:cs typeface="Lucida Sans Unicode"/>
            </a:endParaRPr>
          </a:p>
        </p:txBody>
      </p:sp>
      <p:sp>
        <p:nvSpPr>
          <p:cNvPr id="8" name="object 8"/>
          <p:cNvSpPr txBox="1"/>
          <p:nvPr/>
        </p:nvSpPr>
        <p:spPr>
          <a:xfrm>
            <a:off x="2371766" y="6353558"/>
            <a:ext cx="2027555" cy="2100580"/>
          </a:xfrm>
          <a:prstGeom prst="rect">
            <a:avLst/>
          </a:prstGeom>
        </p:spPr>
        <p:txBody>
          <a:bodyPr vert="horz" wrap="square" lIns="0" tIns="418464" rIns="0" bIns="0" rtlCol="0">
            <a:spAutoFit/>
          </a:bodyPr>
          <a:lstStyle/>
          <a:p>
            <a:pPr algn="ctr">
              <a:lnSpc>
                <a:spcPct val="100000"/>
              </a:lnSpc>
              <a:spcBef>
                <a:spcPts val="3294"/>
              </a:spcBef>
            </a:pPr>
            <a:r>
              <a:rPr sz="5650" spc="-25">
                <a:solidFill>
                  <a:srgbClr val="FDFDFD"/>
                </a:solidFill>
                <a:latin typeface="Arial" panose="020B0604020202020204" pitchFamily="34" charset="0"/>
                <a:cs typeface="Arial" panose="020B0604020202020204" pitchFamily="34" charset="0"/>
              </a:rPr>
              <a:t>20%</a:t>
            </a:r>
            <a:endParaRPr sz="5650">
              <a:latin typeface="Arial" panose="020B0604020202020204" pitchFamily="34" charset="0"/>
              <a:cs typeface="Arial" panose="020B0604020202020204" pitchFamily="34" charset="0"/>
            </a:endParaRPr>
          </a:p>
          <a:p>
            <a:pPr marL="12700" marR="5080" indent="-635" algn="ctr">
              <a:lnSpc>
                <a:spcPct val="115599"/>
              </a:lnSpc>
              <a:spcBef>
                <a:spcPts val="805"/>
              </a:spcBef>
            </a:pPr>
            <a:r>
              <a:rPr sz="2000" spc="-10">
                <a:solidFill>
                  <a:srgbClr val="FDFDFD"/>
                </a:solidFill>
                <a:latin typeface="Arial" panose="020B0604020202020204" pitchFamily="34" charset="0"/>
                <a:cs typeface="Arial" panose="020B0604020202020204" pitchFamily="34" charset="0"/>
              </a:rPr>
              <a:t>Customer </a:t>
            </a:r>
            <a:r>
              <a:rPr sz="2000" spc="-25">
                <a:solidFill>
                  <a:srgbClr val="FDFDFD"/>
                </a:solidFill>
                <a:latin typeface="Arial" panose="020B0604020202020204" pitchFamily="34" charset="0"/>
                <a:cs typeface="Arial" panose="020B0604020202020204" pitchFamily="34" charset="0"/>
              </a:rPr>
              <a:t>Acquisition</a:t>
            </a:r>
            <a:r>
              <a:rPr sz="2000" spc="-114">
                <a:solidFill>
                  <a:srgbClr val="FDFDFD"/>
                </a:solidFill>
                <a:latin typeface="Arial" panose="020B0604020202020204" pitchFamily="34" charset="0"/>
                <a:cs typeface="Arial" panose="020B0604020202020204" pitchFamily="34" charset="0"/>
              </a:rPr>
              <a:t> </a:t>
            </a:r>
            <a:r>
              <a:rPr sz="2000" spc="-20">
                <a:solidFill>
                  <a:srgbClr val="FDFDFD"/>
                </a:solidFill>
                <a:latin typeface="Arial" panose="020B0604020202020204" pitchFamily="34" charset="0"/>
                <a:cs typeface="Arial" panose="020B0604020202020204" pitchFamily="34" charset="0"/>
              </a:rPr>
              <a:t>Cost</a:t>
            </a:r>
            <a:endParaRPr sz="2000">
              <a:latin typeface="Arial" panose="020B0604020202020204" pitchFamily="34" charset="0"/>
              <a:cs typeface="Arial" panose="020B0604020202020204" pitchFamily="34" charset="0"/>
            </a:endParaRPr>
          </a:p>
        </p:txBody>
      </p:sp>
      <p:sp>
        <p:nvSpPr>
          <p:cNvPr id="9" name="object 9"/>
          <p:cNvSpPr txBox="1"/>
          <p:nvPr/>
        </p:nvSpPr>
        <p:spPr>
          <a:xfrm>
            <a:off x="5741991" y="4435795"/>
            <a:ext cx="1489075" cy="4018279"/>
          </a:xfrm>
          <a:prstGeom prst="rect">
            <a:avLst/>
          </a:prstGeom>
        </p:spPr>
        <p:txBody>
          <a:bodyPr vert="horz" wrap="square" lIns="0" tIns="418464" rIns="0" bIns="0" rtlCol="0">
            <a:spAutoFit/>
          </a:bodyPr>
          <a:lstStyle/>
          <a:p>
            <a:pPr marL="80010">
              <a:lnSpc>
                <a:spcPct val="100000"/>
              </a:lnSpc>
              <a:spcBef>
                <a:spcPts val="3294"/>
              </a:spcBef>
            </a:pPr>
            <a:r>
              <a:rPr sz="5650" spc="-465">
                <a:solidFill>
                  <a:srgbClr val="FDFDFD"/>
                </a:solidFill>
                <a:latin typeface="Arial" panose="020B0604020202020204" pitchFamily="34" charset="0"/>
                <a:cs typeface="Arial" panose="020B0604020202020204" pitchFamily="34" charset="0"/>
              </a:rPr>
              <a:t>10%</a:t>
            </a:r>
            <a:endParaRPr sz="5650">
              <a:latin typeface="Arial" panose="020B0604020202020204" pitchFamily="34" charset="0"/>
              <a:cs typeface="Arial" panose="020B0604020202020204" pitchFamily="34" charset="0"/>
            </a:endParaRPr>
          </a:p>
          <a:p>
            <a:pPr marL="44450" marR="36830" indent="102235">
              <a:lnSpc>
                <a:spcPct val="115599"/>
              </a:lnSpc>
              <a:spcBef>
                <a:spcPts val="805"/>
              </a:spcBef>
            </a:pPr>
            <a:r>
              <a:rPr sz="2000" spc="-25">
                <a:solidFill>
                  <a:srgbClr val="FDFDFD"/>
                </a:solidFill>
                <a:latin typeface="Arial" panose="020B0604020202020204" pitchFamily="34" charset="0"/>
                <a:cs typeface="Arial" panose="020B0604020202020204" pitchFamily="34" charset="0"/>
              </a:rPr>
              <a:t>Return</a:t>
            </a:r>
            <a:r>
              <a:rPr sz="2000" spc="-120">
                <a:solidFill>
                  <a:srgbClr val="FDFDFD"/>
                </a:solidFill>
                <a:latin typeface="Arial" panose="020B0604020202020204" pitchFamily="34" charset="0"/>
                <a:cs typeface="Arial" panose="020B0604020202020204" pitchFamily="34" charset="0"/>
              </a:rPr>
              <a:t> </a:t>
            </a:r>
            <a:r>
              <a:rPr sz="2000" spc="-25">
                <a:solidFill>
                  <a:srgbClr val="FDFDFD"/>
                </a:solidFill>
                <a:latin typeface="Arial" panose="020B0604020202020204" pitchFamily="34" charset="0"/>
                <a:cs typeface="Arial" panose="020B0604020202020204" pitchFamily="34" charset="0"/>
              </a:rPr>
              <a:t>on </a:t>
            </a:r>
            <a:r>
              <a:rPr sz="2000" spc="-10">
                <a:solidFill>
                  <a:srgbClr val="FDFDFD"/>
                </a:solidFill>
                <a:latin typeface="Arial" panose="020B0604020202020204" pitchFamily="34" charset="0"/>
                <a:cs typeface="Arial" panose="020B0604020202020204" pitchFamily="34" charset="0"/>
              </a:rPr>
              <a:t>Investment</a:t>
            </a:r>
            <a:endParaRPr sz="2000">
              <a:latin typeface="Arial" panose="020B0604020202020204" pitchFamily="34" charset="0"/>
              <a:cs typeface="Arial" panose="020B0604020202020204" pitchFamily="34" charset="0"/>
            </a:endParaRPr>
          </a:p>
          <a:p>
            <a:pPr marL="33020">
              <a:lnSpc>
                <a:spcPct val="100000"/>
              </a:lnSpc>
              <a:spcBef>
                <a:spcPts val="1964"/>
              </a:spcBef>
            </a:pPr>
            <a:r>
              <a:rPr sz="5650" spc="-100">
                <a:solidFill>
                  <a:srgbClr val="FDFDFD"/>
                </a:solidFill>
                <a:latin typeface="Arial" panose="020B0604020202020204" pitchFamily="34" charset="0"/>
                <a:cs typeface="Arial" panose="020B0604020202020204" pitchFamily="34" charset="0"/>
              </a:rPr>
              <a:t>75%</a:t>
            </a:r>
            <a:endParaRPr sz="5650">
              <a:latin typeface="Arial" panose="020B0604020202020204" pitchFamily="34" charset="0"/>
              <a:cs typeface="Arial" panose="020B0604020202020204" pitchFamily="34" charset="0"/>
            </a:endParaRPr>
          </a:p>
          <a:p>
            <a:pPr marL="12700" marR="5080" indent="109855">
              <a:lnSpc>
                <a:spcPct val="115599"/>
              </a:lnSpc>
              <a:spcBef>
                <a:spcPts val="805"/>
              </a:spcBef>
            </a:pPr>
            <a:r>
              <a:rPr sz="2000" spc="-10">
                <a:solidFill>
                  <a:srgbClr val="FDFDFD"/>
                </a:solidFill>
                <a:latin typeface="Arial" panose="020B0604020202020204" pitchFamily="34" charset="0"/>
                <a:cs typeface="Arial" panose="020B0604020202020204" pitchFamily="34" charset="0"/>
              </a:rPr>
              <a:t>Customer Satisfaction</a:t>
            </a:r>
            <a:endParaRPr sz="2000">
              <a:latin typeface="Arial" panose="020B0604020202020204" pitchFamily="34" charset="0"/>
              <a:cs typeface="Arial" panose="020B0604020202020204" pitchFamily="34" charset="0"/>
            </a:endParaRPr>
          </a:p>
        </p:txBody>
      </p:sp>
      <p:pic>
        <p:nvPicPr>
          <p:cNvPr id="10" name="object 10"/>
          <p:cNvPicPr/>
          <p:nvPr/>
        </p:nvPicPr>
        <p:blipFill>
          <a:blip r:embed="rId3" cstate="print"/>
          <a:stretch>
            <a:fillRect/>
          </a:stretch>
        </p:blipFill>
        <p:spPr>
          <a:xfrm>
            <a:off x="775823" y="9327714"/>
            <a:ext cx="1095374" cy="770954"/>
          </a:xfrm>
          <a:prstGeom prst="rect">
            <a:avLst/>
          </a:prstGeom>
        </p:spPr>
      </p:pic>
      <p:sp>
        <p:nvSpPr>
          <p:cNvPr id="11" name="object 11"/>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679869" y="8360898"/>
            <a:ext cx="2608580" cy="1926589"/>
          </a:xfrm>
          <a:custGeom>
            <a:avLst/>
            <a:gdLst/>
            <a:ahLst/>
            <a:cxnLst/>
            <a:rect l="l" t="t" r="r" b="b"/>
            <a:pathLst>
              <a:path w="2608580" h="1926590">
                <a:moveTo>
                  <a:pt x="2608132" y="1926101"/>
                </a:moveTo>
                <a:lnTo>
                  <a:pt x="0" y="1926101"/>
                </a:lnTo>
                <a:lnTo>
                  <a:pt x="5463" y="1916269"/>
                </a:lnTo>
                <a:lnTo>
                  <a:pt x="27098" y="1878169"/>
                </a:lnTo>
                <a:lnTo>
                  <a:pt x="49192" y="1840069"/>
                </a:lnTo>
                <a:lnTo>
                  <a:pt x="71743" y="1801969"/>
                </a:lnTo>
                <a:lnTo>
                  <a:pt x="94745" y="1763869"/>
                </a:lnTo>
                <a:lnTo>
                  <a:pt x="118196" y="1725769"/>
                </a:lnTo>
                <a:lnTo>
                  <a:pt x="142092" y="1687669"/>
                </a:lnTo>
                <a:lnTo>
                  <a:pt x="166429" y="1649569"/>
                </a:lnTo>
                <a:lnTo>
                  <a:pt x="191204" y="1611469"/>
                </a:lnTo>
                <a:lnTo>
                  <a:pt x="216412" y="1573369"/>
                </a:lnTo>
                <a:lnTo>
                  <a:pt x="242052" y="1535269"/>
                </a:lnTo>
                <a:lnTo>
                  <a:pt x="268118" y="1497169"/>
                </a:lnTo>
                <a:lnTo>
                  <a:pt x="294607" y="1459069"/>
                </a:lnTo>
                <a:lnTo>
                  <a:pt x="321516" y="1420969"/>
                </a:lnTo>
                <a:lnTo>
                  <a:pt x="348842" y="1395569"/>
                </a:lnTo>
                <a:lnTo>
                  <a:pt x="376579" y="1357469"/>
                </a:lnTo>
                <a:lnTo>
                  <a:pt x="404726" y="1319369"/>
                </a:lnTo>
                <a:lnTo>
                  <a:pt x="433277" y="1281269"/>
                </a:lnTo>
                <a:lnTo>
                  <a:pt x="462230" y="1255869"/>
                </a:lnTo>
                <a:lnTo>
                  <a:pt x="491582" y="1217769"/>
                </a:lnTo>
                <a:lnTo>
                  <a:pt x="521327" y="1179669"/>
                </a:lnTo>
                <a:lnTo>
                  <a:pt x="551464" y="1154269"/>
                </a:lnTo>
                <a:lnTo>
                  <a:pt x="581987" y="1116169"/>
                </a:lnTo>
                <a:lnTo>
                  <a:pt x="612894" y="1090769"/>
                </a:lnTo>
                <a:lnTo>
                  <a:pt x="644182" y="1052669"/>
                </a:lnTo>
                <a:lnTo>
                  <a:pt x="675845" y="1027269"/>
                </a:lnTo>
                <a:lnTo>
                  <a:pt x="707881" y="989169"/>
                </a:lnTo>
                <a:lnTo>
                  <a:pt x="740287" y="963769"/>
                </a:lnTo>
                <a:lnTo>
                  <a:pt x="773058" y="925669"/>
                </a:lnTo>
                <a:lnTo>
                  <a:pt x="839682" y="874869"/>
                </a:lnTo>
                <a:lnTo>
                  <a:pt x="873527" y="836769"/>
                </a:lnTo>
                <a:lnTo>
                  <a:pt x="942269" y="785969"/>
                </a:lnTo>
                <a:lnTo>
                  <a:pt x="977157" y="760569"/>
                </a:lnTo>
                <a:lnTo>
                  <a:pt x="1012386" y="722469"/>
                </a:lnTo>
                <a:lnTo>
                  <a:pt x="1120077" y="646269"/>
                </a:lnTo>
                <a:lnTo>
                  <a:pt x="1230701" y="570069"/>
                </a:lnTo>
                <a:lnTo>
                  <a:pt x="1344160" y="493869"/>
                </a:lnTo>
                <a:lnTo>
                  <a:pt x="1382593" y="468469"/>
                </a:lnTo>
                <a:lnTo>
                  <a:pt x="1421327" y="455769"/>
                </a:lnTo>
                <a:lnTo>
                  <a:pt x="1539294" y="379569"/>
                </a:lnTo>
                <a:lnTo>
                  <a:pt x="1579194" y="366869"/>
                </a:lnTo>
                <a:lnTo>
                  <a:pt x="1659838" y="316069"/>
                </a:lnTo>
                <a:lnTo>
                  <a:pt x="1700574" y="303369"/>
                </a:lnTo>
                <a:lnTo>
                  <a:pt x="1741583" y="277969"/>
                </a:lnTo>
                <a:lnTo>
                  <a:pt x="1782859" y="265269"/>
                </a:lnTo>
                <a:lnTo>
                  <a:pt x="1824400" y="239869"/>
                </a:lnTo>
                <a:lnTo>
                  <a:pt x="1908261" y="214469"/>
                </a:lnTo>
                <a:lnTo>
                  <a:pt x="1950574" y="189069"/>
                </a:lnTo>
                <a:lnTo>
                  <a:pt x="2078998" y="150969"/>
                </a:lnTo>
                <a:lnTo>
                  <a:pt x="2122290" y="125569"/>
                </a:lnTo>
                <a:lnTo>
                  <a:pt x="2431726" y="36669"/>
                </a:lnTo>
                <a:lnTo>
                  <a:pt x="2476801" y="36669"/>
                </a:lnTo>
                <a:lnTo>
                  <a:pt x="2608132" y="0"/>
                </a:lnTo>
                <a:lnTo>
                  <a:pt x="2608132" y="1926101"/>
                </a:lnTo>
                <a:close/>
              </a:path>
            </a:pathLst>
          </a:custGeom>
          <a:solidFill>
            <a:srgbClr val="FF741F">
              <a:alpha val="95999"/>
            </a:srgbClr>
          </a:solidFill>
        </p:spPr>
        <p:txBody>
          <a:bodyPr wrap="square" lIns="0" tIns="0" rIns="0" bIns="0" rtlCol="0"/>
          <a:lstStyle/>
          <a:p>
            <a:endParaRPr/>
          </a:p>
        </p:txBody>
      </p:sp>
      <p:sp>
        <p:nvSpPr>
          <p:cNvPr id="3" name="object 3"/>
          <p:cNvSpPr/>
          <p:nvPr/>
        </p:nvSpPr>
        <p:spPr>
          <a:xfrm>
            <a:off x="0" y="0"/>
            <a:ext cx="2429510" cy="2033905"/>
          </a:xfrm>
          <a:custGeom>
            <a:avLst/>
            <a:gdLst/>
            <a:ahLst/>
            <a:cxnLst/>
            <a:rect l="l" t="t" r="r" b="b"/>
            <a:pathLst>
              <a:path w="2429510" h="2033905">
                <a:moveTo>
                  <a:pt x="0" y="2033806"/>
                </a:moveTo>
                <a:lnTo>
                  <a:pt x="0" y="0"/>
                </a:lnTo>
                <a:lnTo>
                  <a:pt x="2428978" y="0"/>
                </a:lnTo>
                <a:lnTo>
                  <a:pt x="2422713" y="16945"/>
                </a:lnTo>
                <a:lnTo>
                  <a:pt x="2407966" y="67745"/>
                </a:lnTo>
                <a:lnTo>
                  <a:pt x="2392563" y="105845"/>
                </a:lnTo>
                <a:lnTo>
                  <a:pt x="2376510" y="156645"/>
                </a:lnTo>
                <a:lnTo>
                  <a:pt x="2359813" y="194745"/>
                </a:lnTo>
                <a:lnTo>
                  <a:pt x="2342478" y="232845"/>
                </a:lnTo>
                <a:lnTo>
                  <a:pt x="2324512" y="283645"/>
                </a:lnTo>
                <a:lnTo>
                  <a:pt x="2305919" y="321745"/>
                </a:lnTo>
                <a:lnTo>
                  <a:pt x="2286705" y="359845"/>
                </a:lnTo>
                <a:lnTo>
                  <a:pt x="2266878" y="397945"/>
                </a:lnTo>
                <a:lnTo>
                  <a:pt x="2246442" y="436045"/>
                </a:lnTo>
                <a:lnTo>
                  <a:pt x="2225403" y="486845"/>
                </a:lnTo>
                <a:lnTo>
                  <a:pt x="2203768" y="524945"/>
                </a:lnTo>
                <a:lnTo>
                  <a:pt x="2181543" y="563045"/>
                </a:lnTo>
                <a:lnTo>
                  <a:pt x="2158732" y="601145"/>
                </a:lnTo>
                <a:lnTo>
                  <a:pt x="2135343" y="639245"/>
                </a:lnTo>
                <a:lnTo>
                  <a:pt x="2111381" y="677345"/>
                </a:lnTo>
                <a:lnTo>
                  <a:pt x="2086852" y="715445"/>
                </a:lnTo>
                <a:lnTo>
                  <a:pt x="2061762" y="753545"/>
                </a:lnTo>
                <a:lnTo>
                  <a:pt x="2036117" y="791645"/>
                </a:lnTo>
                <a:lnTo>
                  <a:pt x="2009922" y="829745"/>
                </a:lnTo>
                <a:lnTo>
                  <a:pt x="1983185" y="867845"/>
                </a:lnTo>
                <a:lnTo>
                  <a:pt x="1955910" y="905945"/>
                </a:lnTo>
                <a:lnTo>
                  <a:pt x="1928103" y="931345"/>
                </a:lnTo>
                <a:lnTo>
                  <a:pt x="1899771" y="969445"/>
                </a:lnTo>
                <a:lnTo>
                  <a:pt x="1870920" y="1007545"/>
                </a:lnTo>
                <a:lnTo>
                  <a:pt x="1841554" y="1045645"/>
                </a:lnTo>
                <a:lnTo>
                  <a:pt x="1811681" y="1071045"/>
                </a:lnTo>
                <a:lnTo>
                  <a:pt x="1781306" y="1109145"/>
                </a:lnTo>
                <a:lnTo>
                  <a:pt x="1750435" y="1134545"/>
                </a:lnTo>
                <a:lnTo>
                  <a:pt x="1719075" y="1172645"/>
                </a:lnTo>
                <a:lnTo>
                  <a:pt x="1687230" y="1198045"/>
                </a:lnTo>
                <a:lnTo>
                  <a:pt x="1654906" y="1236145"/>
                </a:lnTo>
                <a:lnTo>
                  <a:pt x="1622111" y="1261545"/>
                </a:lnTo>
                <a:lnTo>
                  <a:pt x="1588849" y="1299645"/>
                </a:lnTo>
                <a:lnTo>
                  <a:pt x="1555127" y="1325045"/>
                </a:lnTo>
                <a:lnTo>
                  <a:pt x="1520951" y="1350445"/>
                </a:lnTo>
                <a:lnTo>
                  <a:pt x="1486326" y="1388545"/>
                </a:lnTo>
                <a:lnTo>
                  <a:pt x="1451258" y="1413945"/>
                </a:lnTo>
                <a:lnTo>
                  <a:pt x="1379818" y="1464745"/>
                </a:lnTo>
                <a:lnTo>
                  <a:pt x="1306678" y="1515545"/>
                </a:lnTo>
                <a:lnTo>
                  <a:pt x="1231886" y="1566345"/>
                </a:lnTo>
                <a:lnTo>
                  <a:pt x="1155490" y="1617145"/>
                </a:lnTo>
                <a:lnTo>
                  <a:pt x="1037989" y="1693345"/>
                </a:lnTo>
                <a:lnTo>
                  <a:pt x="998071" y="1706045"/>
                </a:lnTo>
                <a:lnTo>
                  <a:pt x="917144" y="1756845"/>
                </a:lnTo>
                <a:lnTo>
                  <a:pt x="876147" y="1769545"/>
                </a:lnTo>
                <a:lnTo>
                  <a:pt x="834802" y="1794945"/>
                </a:lnTo>
                <a:lnTo>
                  <a:pt x="793115" y="1807645"/>
                </a:lnTo>
                <a:lnTo>
                  <a:pt x="751091" y="1833045"/>
                </a:lnTo>
                <a:lnTo>
                  <a:pt x="623064" y="1871145"/>
                </a:lnTo>
                <a:lnTo>
                  <a:pt x="579755" y="1896545"/>
                </a:lnTo>
                <a:lnTo>
                  <a:pt x="268345" y="1985445"/>
                </a:lnTo>
                <a:lnTo>
                  <a:pt x="222750" y="1985445"/>
                </a:lnTo>
                <a:lnTo>
                  <a:pt x="84434" y="2023545"/>
                </a:lnTo>
                <a:lnTo>
                  <a:pt x="37838" y="2023545"/>
                </a:lnTo>
                <a:lnTo>
                  <a:pt x="0" y="2033806"/>
                </a:lnTo>
                <a:close/>
              </a:path>
            </a:pathLst>
          </a:custGeom>
          <a:solidFill>
            <a:srgbClr val="FF741F">
              <a:alpha val="95999"/>
            </a:srgbClr>
          </a:solidFill>
        </p:spPr>
        <p:txBody>
          <a:bodyPr wrap="square" lIns="0" tIns="0" rIns="0" bIns="0" rtlCol="0"/>
          <a:lstStyle/>
          <a:p>
            <a:endParaRPr/>
          </a:p>
        </p:txBody>
      </p:sp>
      <p:pic>
        <p:nvPicPr>
          <p:cNvPr id="4" name="object 4"/>
          <p:cNvPicPr/>
          <p:nvPr/>
        </p:nvPicPr>
        <p:blipFill>
          <a:blip r:embed="rId2" cstate="print"/>
          <a:stretch>
            <a:fillRect/>
          </a:stretch>
        </p:blipFill>
        <p:spPr>
          <a:xfrm>
            <a:off x="1112371" y="2910466"/>
            <a:ext cx="15571266" cy="6151611"/>
          </a:xfrm>
          <a:prstGeom prst="rect">
            <a:avLst/>
          </a:prstGeom>
        </p:spPr>
      </p:pic>
      <p:sp>
        <p:nvSpPr>
          <p:cNvPr id="5" name="object 5" descr="$PPTXTitle"/>
          <p:cNvSpPr txBox="1">
            <a:spLocks noGrp="1"/>
          </p:cNvSpPr>
          <p:nvPr>
            <p:ph type="title"/>
          </p:nvPr>
        </p:nvSpPr>
        <p:spPr>
          <a:xfrm>
            <a:off x="1864684" y="776530"/>
            <a:ext cx="3199130" cy="1415259"/>
          </a:xfrm>
          <a:prstGeom prst="rect">
            <a:avLst/>
          </a:prstGeom>
        </p:spPr>
        <p:txBody>
          <a:bodyPr vert="horz" wrap="square" lIns="0" tIns="12700" rIns="0" bIns="0" rtlCol="0">
            <a:spAutoFit/>
          </a:bodyPr>
          <a:lstStyle/>
          <a:p>
            <a:pPr marL="12700" marR="5080">
              <a:lnSpc>
                <a:spcPct val="116500"/>
              </a:lnSpc>
              <a:spcBef>
                <a:spcPts val="100"/>
              </a:spcBef>
            </a:pPr>
            <a:r>
              <a:rPr sz="4000" spc="894">
                <a:solidFill>
                  <a:srgbClr val="FF741F"/>
                </a:solidFill>
                <a:latin typeface="Aptos Slab Black" panose="020B0004020202020204" pitchFamily="34" charset="0"/>
              </a:rPr>
              <a:t>SURVEY </a:t>
            </a:r>
            <a:r>
              <a:rPr sz="4000" spc="965">
                <a:solidFill>
                  <a:srgbClr val="FF741F"/>
                </a:solidFill>
                <a:latin typeface="Aptos Slab Black" panose="020B0004020202020204" pitchFamily="34" charset="0"/>
              </a:rPr>
              <a:t>RESULTS</a:t>
            </a:r>
            <a:endParaRPr sz="4000">
              <a:latin typeface="Aptos Slab Black" panose="020B0004020202020204" pitchFamily="34" charset="0"/>
            </a:endParaRPr>
          </a:p>
        </p:txBody>
      </p:sp>
      <p:pic>
        <p:nvPicPr>
          <p:cNvPr id="6" name="object 6"/>
          <p:cNvPicPr/>
          <p:nvPr/>
        </p:nvPicPr>
        <p:blipFill>
          <a:blip r:embed="rId3" cstate="print"/>
          <a:stretch>
            <a:fillRect/>
          </a:stretch>
        </p:blipFill>
        <p:spPr>
          <a:xfrm>
            <a:off x="775823" y="9327714"/>
            <a:ext cx="1095374" cy="770954"/>
          </a:xfrm>
          <a:prstGeom prst="rect">
            <a:avLst/>
          </a:prstGeom>
        </p:spPr>
      </p:pic>
      <p:sp>
        <p:nvSpPr>
          <p:cNvPr id="7" name="object 7"/>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679869" y="8360898"/>
            <a:ext cx="2608580" cy="1926589"/>
          </a:xfrm>
          <a:custGeom>
            <a:avLst/>
            <a:gdLst/>
            <a:ahLst/>
            <a:cxnLst/>
            <a:rect l="l" t="t" r="r" b="b"/>
            <a:pathLst>
              <a:path w="2608580" h="1926590">
                <a:moveTo>
                  <a:pt x="2608132" y="1926101"/>
                </a:moveTo>
                <a:lnTo>
                  <a:pt x="0" y="1926101"/>
                </a:lnTo>
                <a:lnTo>
                  <a:pt x="5463" y="1916269"/>
                </a:lnTo>
                <a:lnTo>
                  <a:pt x="27098" y="1878169"/>
                </a:lnTo>
                <a:lnTo>
                  <a:pt x="49192" y="1840069"/>
                </a:lnTo>
                <a:lnTo>
                  <a:pt x="71743" y="1801969"/>
                </a:lnTo>
                <a:lnTo>
                  <a:pt x="94745" y="1763869"/>
                </a:lnTo>
                <a:lnTo>
                  <a:pt x="118196" y="1725769"/>
                </a:lnTo>
                <a:lnTo>
                  <a:pt x="142092" y="1687669"/>
                </a:lnTo>
                <a:lnTo>
                  <a:pt x="166429" y="1649569"/>
                </a:lnTo>
                <a:lnTo>
                  <a:pt x="191204" y="1611469"/>
                </a:lnTo>
                <a:lnTo>
                  <a:pt x="216412" y="1573369"/>
                </a:lnTo>
                <a:lnTo>
                  <a:pt x="242052" y="1535269"/>
                </a:lnTo>
                <a:lnTo>
                  <a:pt x="268118" y="1497169"/>
                </a:lnTo>
                <a:lnTo>
                  <a:pt x="294607" y="1459069"/>
                </a:lnTo>
                <a:lnTo>
                  <a:pt x="321516" y="1420969"/>
                </a:lnTo>
                <a:lnTo>
                  <a:pt x="348842" y="1395569"/>
                </a:lnTo>
                <a:lnTo>
                  <a:pt x="376579" y="1357469"/>
                </a:lnTo>
                <a:lnTo>
                  <a:pt x="404726" y="1319369"/>
                </a:lnTo>
                <a:lnTo>
                  <a:pt x="433277" y="1281269"/>
                </a:lnTo>
                <a:lnTo>
                  <a:pt x="462230" y="1255869"/>
                </a:lnTo>
                <a:lnTo>
                  <a:pt x="491582" y="1217769"/>
                </a:lnTo>
                <a:lnTo>
                  <a:pt x="521327" y="1179669"/>
                </a:lnTo>
                <a:lnTo>
                  <a:pt x="551464" y="1154269"/>
                </a:lnTo>
                <a:lnTo>
                  <a:pt x="581987" y="1116169"/>
                </a:lnTo>
                <a:lnTo>
                  <a:pt x="612894" y="1090769"/>
                </a:lnTo>
                <a:lnTo>
                  <a:pt x="644182" y="1052669"/>
                </a:lnTo>
                <a:lnTo>
                  <a:pt x="675845" y="1027269"/>
                </a:lnTo>
                <a:lnTo>
                  <a:pt x="707881" y="989169"/>
                </a:lnTo>
                <a:lnTo>
                  <a:pt x="740287" y="963769"/>
                </a:lnTo>
                <a:lnTo>
                  <a:pt x="773058" y="925669"/>
                </a:lnTo>
                <a:lnTo>
                  <a:pt x="839682" y="874869"/>
                </a:lnTo>
                <a:lnTo>
                  <a:pt x="873527" y="836769"/>
                </a:lnTo>
                <a:lnTo>
                  <a:pt x="942269" y="785969"/>
                </a:lnTo>
                <a:lnTo>
                  <a:pt x="977157" y="760569"/>
                </a:lnTo>
                <a:lnTo>
                  <a:pt x="1012386" y="722469"/>
                </a:lnTo>
                <a:lnTo>
                  <a:pt x="1120077" y="646269"/>
                </a:lnTo>
                <a:lnTo>
                  <a:pt x="1230701" y="570069"/>
                </a:lnTo>
                <a:lnTo>
                  <a:pt x="1344160" y="493869"/>
                </a:lnTo>
                <a:lnTo>
                  <a:pt x="1382593" y="468469"/>
                </a:lnTo>
                <a:lnTo>
                  <a:pt x="1421327" y="455769"/>
                </a:lnTo>
                <a:lnTo>
                  <a:pt x="1539294" y="379569"/>
                </a:lnTo>
                <a:lnTo>
                  <a:pt x="1579194" y="366869"/>
                </a:lnTo>
                <a:lnTo>
                  <a:pt x="1659838" y="316069"/>
                </a:lnTo>
                <a:lnTo>
                  <a:pt x="1700574" y="303369"/>
                </a:lnTo>
                <a:lnTo>
                  <a:pt x="1741583" y="277969"/>
                </a:lnTo>
                <a:lnTo>
                  <a:pt x="1782859" y="265269"/>
                </a:lnTo>
                <a:lnTo>
                  <a:pt x="1824400" y="239869"/>
                </a:lnTo>
                <a:lnTo>
                  <a:pt x="1908261" y="214469"/>
                </a:lnTo>
                <a:lnTo>
                  <a:pt x="1950574" y="189069"/>
                </a:lnTo>
                <a:lnTo>
                  <a:pt x="2078998" y="150969"/>
                </a:lnTo>
                <a:lnTo>
                  <a:pt x="2122290" y="125569"/>
                </a:lnTo>
                <a:lnTo>
                  <a:pt x="2431726" y="36669"/>
                </a:lnTo>
                <a:lnTo>
                  <a:pt x="2476801" y="36669"/>
                </a:lnTo>
                <a:lnTo>
                  <a:pt x="2608132" y="0"/>
                </a:lnTo>
                <a:lnTo>
                  <a:pt x="2608132" y="1926101"/>
                </a:lnTo>
                <a:close/>
              </a:path>
            </a:pathLst>
          </a:custGeom>
          <a:solidFill>
            <a:srgbClr val="CCCCCC">
              <a:alpha val="95999"/>
            </a:srgbClr>
          </a:solidFill>
        </p:spPr>
        <p:txBody>
          <a:bodyPr wrap="square" lIns="0" tIns="0" rIns="0" bIns="0" rtlCol="0"/>
          <a:lstStyle/>
          <a:p>
            <a:endParaRPr/>
          </a:p>
        </p:txBody>
      </p:sp>
      <p:sp>
        <p:nvSpPr>
          <p:cNvPr id="3" name="object 3"/>
          <p:cNvSpPr/>
          <p:nvPr/>
        </p:nvSpPr>
        <p:spPr>
          <a:xfrm>
            <a:off x="0" y="0"/>
            <a:ext cx="1769745" cy="1324610"/>
          </a:xfrm>
          <a:custGeom>
            <a:avLst/>
            <a:gdLst/>
            <a:ahLst/>
            <a:cxnLst/>
            <a:rect l="l" t="t" r="r" b="b"/>
            <a:pathLst>
              <a:path w="1769745" h="1324610">
                <a:moveTo>
                  <a:pt x="0" y="1324120"/>
                </a:moveTo>
                <a:lnTo>
                  <a:pt x="0" y="0"/>
                </a:lnTo>
                <a:lnTo>
                  <a:pt x="1769136" y="0"/>
                </a:lnTo>
                <a:lnTo>
                  <a:pt x="1740814" y="45202"/>
                </a:lnTo>
                <a:lnTo>
                  <a:pt x="1716285" y="83302"/>
                </a:lnTo>
                <a:lnTo>
                  <a:pt x="1665550" y="159502"/>
                </a:lnTo>
                <a:lnTo>
                  <a:pt x="1612618" y="235702"/>
                </a:lnTo>
                <a:lnTo>
                  <a:pt x="1585343" y="273802"/>
                </a:lnTo>
                <a:lnTo>
                  <a:pt x="1557536" y="299202"/>
                </a:lnTo>
                <a:lnTo>
                  <a:pt x="1500353" y="375402"/>
                </a:lnTo>
                <a:lnTo>
                  <a:pt x="1470987" y="413502"/>
                </a:lnTo>
                <a:lnTo>
                  <a:pt x="1441114" y="438902"/>
                </a:lnTo>
                <a:lnTo>
                  <a:pt x="1410739" y="477002"/>
                </a:lnTo>
                <a:lnTo>
                  <a:pt x="1379869" y="502402"/>
                </a:lnTo>
                <a:lnTo>
                  <a:pt x="1348508" y="540502"/>
                </a:lnTo>
                <a:lnTo>
                  <a:pt x="1316663" y="565902"/>
                </a:lnTo>
                <a:lnTo>
                  <a:pt x="1284340" y="604002"/>
                </a:lnTo>
                <a:lnTo>
                  <a:pt x="1251544" y="629402"/>
                </a:lnTo>
                <a:lnTo>
                  <a:pt x="1218283" y="667502"/>
                </a:lnTo>
                <a:lnTo>
                  <a:pt x="1150384" y="718302"/>
                </a:lnTo>
                <a:lnTo>
                  <a:pt x="1115759" y="756402"/>
                </a:lnTo>
                <a:lnTo>
                  <a:pt x="1080691" y="781802"/>
                </a:lnTo>
                <a:lnTo>
                  <a:pt x="1009251" y="832602"/>
                </a:lnTo>
                <a:lnTo>
                  <a:pt x="936111" y="883402"/>
                </a:lnTo>
                <a:lnTo>
                  <a:pt x="861320" y="934202"/>
                </a:lnTo>
                <a:lnTo>
                  <a:pt x="784923" y="985002"/>
                </a:lnTo>
                <a:lnTo>
                  <a:pt x="667423" y="1061202"/>
                </a:lnTo>
                <a:lnTo>
                  <a:pt x="627505" y="1073902"/>
                </a:lnTo>
                <a:lnTo>
                  <a:pt x="546578" y="1124702"/>
                </a:lnTo>
                <a:lnTo>
                  <a:pt x="505580" y="1137402"/>
                </a:lnTo>
                <a:lnTo>
                  <a:pt x="464235" y="1162802"/>
                </a:lnTo>
                <a:lnTo>
                  <a:pt x="422548" y="1175502"/>
                </a:lnTo>
                <a:lnTo>
                  <a:pt x="380524" y="1200902"/>
                </a:lnTo>
                <a:lnTo>
                  <a:pt x="252497" y="1239002"/>
                </a:lnTo>
                <a:lnTo>
                  <a:pt x="209188" y="1264402"/>
                </a:lnTo>
                <a:lnTo>
                  <a:pt x="0" y="1324120"/>
                </a:lnTo>
                <a:close/>
              </a:path>
            </a:pathLst>
          </a:custGeom>
          <a:solidFill>
            <a:srgbClr val="CCCCCC">
              <a:alpha val="95999"/>
            </a:srgbClr>
          </a:solidFill>
        </p:spPr>
        <p:txBody>
          <a:bodyPr wrap="square" lIns="0" tIns="0" rIns="0" bIns="0" rtlCol="0"/>
          <a:lstStyle/>
          <a:p>
            <a:endParaRPr/>
          </a:p>
        </p:txBody>
      </p:sp>
      <p:grpSp>
        <p:nvGrpSpPr>
          <p:cNvPr id="4" name="object 4"/>
          <p:cNvGrpSpPr/>
          <p:nvPr/>
        </p:nvGrpSpPr>
        <p:grpSpPr>
          <a:xfrm>
            <a:off x="775823" y="3192987"/>
            <a:ext cx="16153765" cy="6906259"/>
            <a:chOff x="775823" y="3192987"/>
            <a:chExt cx="16153765" cy="6906259"/>
          </a:xfrm>
        </p:grpSpPr>
        <p:pic>
          <p:nvPicPr>
            <p:cNvPr id="5" name="object 5"/>
            <p:cNvPicPr/>
            <p:nvPr/>
          </p:nvPicPr>
          <p:blipFill>
            <a:blip r:embed="rId2" cstate="print"/>
            <a:stretch>
              <a:fillRect/>
            </a:stretch>
          </p:blipFill>
          <p:spPr>
            <a:xfrm>
              <a:off x="1354499" y="3192987"/>
              <a:ext cx="15574572" cy="6514854"/>
            </a:xfrm>
            <a:prstGeom prst="rect">
              <a:avLst/>
            </a:prstGeom>
          </p:spPr>
        </p:pic>
        <p:pic>
          <p:nvPicPr>
            <p:cNvPr id="6" name="object 6"/>
            <p:cNvPicPr/>
            <p:nvPr/>
          </p:nvPicPr>
          <p:blipFill>
            <a:blip r:embed="rId3" cstate="print"/>
            <a:stretch>
              <a:fillRect/>
            </a:stretch>
          </p:blipFill>
          <p:spPr>
            <a:xfrm>
              <a:off x="775823" y="9327714"/>
              <a:ext cx="1095374" cy="770954"/>
            </a:xfrm>
            <a:prstGeom prst="rect">
              <a:avLst/>
            </a:prstGeom>
          </p:spPr>
        </p:pic>
      </p:grpSp>
      <p:sp>
        <p:nvSpPr>
          <p:cNvPr id="7" name="object 7" descr="$PPTXTitle"/>
          <p:cNvSpPr txBox="1">
            <a:spLocks noGrp="1"/>
          </p:cNvSpPr>
          <p:nvPr>
            <p:ph type="title"/>
          </p:nvPr>
        </p:nvSpPr>
        <p:spPr>
          <a:xfrm>
            <a:off x="2187566" y="1171611"/>
            <a:ext cx="3075305" cy="1264642"/>
          </a:xfrm>
          <a:prstGeom prst="rect">
            <a:avLst/>
          </a:prstGeom>
        </p:spPr>
        <p:txBody>
          <a:bodyPr vert="horz" wrap="square" lIns="0" tIns="12065" rIns="0" bIns="0" rtlCol="0">
            <a:spAutoFit/>
          </a:bodyPr>
          <a:lstStyle/>
          <a:p>
            <a:pPr marL="12700" marR="5080">
              <a:lnSpc>
                <a:spcPct val="116199"/>
              </a:lnSpc>
              <a:spcBef>
                <a:spcPts val="95"/>
              </a:spcBef>
            </a:pPr>
            <a:r>
              <a:rPr sz="3600" spc="865">
                <a:solidFill>
                  <a:srgbClr val="000000"/>
                </a:solidFill>
                <a:latin typeface="Aptos Slab Black" panose="020B0004020202020204" pitchFamily="34" charset="0"/>
              </a:rPr>
              <a:t>SURVEY </a:t>
            </a:r>
            <a:r>
              <a:rPr sz="3600" spc="925">
                <a:solidFill>
                  <a:srgbClr val="000000"/>
                </a:solidFill>
                <a:latin typeface="Aptos Slab Black" panose="020B0004020202020204" pitchFamily="34" charset="0"/>
              </a:rPr>
              <a:t>RESULTS</a:t>
            </a:r>
            <a:endParaRPr sz="3600">
              <a:latin typeface="Aptos Slab Black" panose="020B0004020202020204" pitchFamily="34" charset="0"/>
            </a:endParaRPr>
          </a:p>
        </p:txBody>
      </p:sp>
      <p:sp>
        <p:nvSpPr>
          <p:cNvPr id="8" name="object 8"/>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
            <a:ext cx="2042160" cy="1520190"/>
          </a:xfrm>
          <a:custGeom>
            <a:avLst/>
            <a:gdLst/>
            <a:ahLst/>
            <a:cxnLst/>
            <a:rect l="l" t="t" r="r" b="b"/>
            <a:pathLst>
              <a:path w="2042160" h="1520190">
                <a:moveTo>
                  <a:pt x="0" y="1519653"/>
                </a:moveTo>
                <a:lnTo>
                  <a:pt x="0" y="0"/>
                </a:lnTo>
                <a:lnTo>
                  <a:pt x="2041935" y="0"/>
                </a:lnTo>
                <a:lnTo>
                  <a:pt x="2015517" y="49650"/>
                </a:lnTo>
                <a:lnTo>
                  <a:pt x="1993291" y="87750"/>
                </a:lnTo>
                <a:lnTo>
                  <a:pt x="1970481" y="125850"/>
                </a:lnTo>
                <a:lnTo>
                  <a:pt x="1947092" y="163950"/>
                </a:lnTo>
                <a:lnTo>
                  <a:pt x="1923129" y="202050"/>
                </a:lnTo>
                <a:lnTo>
                  <a:pt x="1898600" y="240150"/>
                </a:lnTo>
                <a:lnTo>
                  <a:pt x="1873510" y="278250"/>
                </a:lnTo>
                <a:lnTo>
                  <a:pt x="1847865" y="316350"/>
                </a:lnTo>
                <a:lnTo>
                  <a:pt x="1821671" y="354450"/>
                </a:lnTo>
                <a:lnTo>
                  <a:pt x="1794933" y="392550"/>
                </a:lnTo>
                <a:lnTo>
                  <a:pt x="1767658" y="430650"/>
                </a:lnTo>
                <a:lnTo>
                  <a:pt x="1739852" y="456050"/>
                </a:lnTo>
                <a:lnTo>
                  <a:pt x="1711520" y="494150"/>
                </a:lnTo>
                <a:lnTo>
                  <a:pt x="1682668" y="532250"/>
                </a:lnTo>
                <a:lnTo>
                  <a:pt x="1653303" y="570350"/>
                </a:lnTo>
                <a:lnTo>
                  <a:pt x="1623430" y="595750"/>
                </a:lnTo>
                <a:lnTo>
                  <a:pt x="1593055" y="633850"/>
                </a:lnTo>
                <a:lnTo>
                  <a:pt x="1562184" y="659250"/>
                </a:lnTo>
                <a:lnTo>
                  <a:pt x="1530823" y="697350"/>
                </a:lnTo>
                <a:lnTo>
                  <a:pt x="1498978" y="722750"/>
                </a:lnTo>
                <a:lnTo>
                  <a:pt x="1466655" y="760850"/>
                </a:lnTo>
                <a:lnTo>
                  <a:pt x="1433860" y="786250"/>
                </a:lnTo>
                <a:lnTo>
                  <a:pt x="1400598" y="824350"/>
                </a:lnTo>
                <a:lnTo>
                  <a:pt x="1366876" y="849750"/>
                </a:lnTo>
                <a:lnTo>
                  <a:pt x="1332699" y="875150"/>
                </a:lnTo>
                <a:lnTo>
                  <a:pt x="1298074" y="913250"/>
                </a:lnTo>
                <a:lnTo>
                  <a:pt x="1263006" y="938650"/>
                </a:lnTo>
                <a:lnTo>
                  <a:pt x="1191566" y="989450"/>
                </a:lnTo>
                <a:lnTo>
                  <a:pt x="1118427" y="1040250"/>
                </a:lnTo>
                <a:lnTo>
                  <a:pt x="1043635" y="1091050"/>
                </a:lnTo>
                <a:lnTo>
                  <a:pt x="967238" y="1141850"/>
                </a:lnTo>
                <a:lnTo>
                  <a:pt x="849738" y="1218050"/>
                </a:lnTo>
                <a:lnTo>
                  <a:pt x="809820" y="1230750"/>
                </a:lnTo>
                <a:lnTo>
                  <a:pt x="728893" y="1281550"/>
                </a:lnTo>
                <a:lnTo>
                  <a:pt x="687895" y="1294250"/>
                </a:lnTo>
                <a:lnTo>
                  <a:pt x="646550" y="1319650"/>
                </a:lnTo>
                <a:lnTo>
                  <a:pt x="604863" y="1332350"/>
                </a:lnTo>
                <a:lnTo>
                  <a:pt x="562840" y="1357750"/>
                </a:lnTo>
                <a:lnTo>
                  <a:pt x="434812" y="1395850"/>
                </a:lnTo>
                <a:lnTo>
                  <a:pt x="391504" y="1421250"/>
                </a:lnTo>
                <a:lnTo>
                  <a:pt x="80093" y="1510150"/>
                </a:lnTo>
                <a:lnTo>
                  <a:pt x="34498" y="1510150"/>
                </a:lnTo>
                <a:lnTo>
                  <a:pt x="0" y="1519653"/>
                </a:lnTo>
                <a:close/>
              </a:path>
            </a:pathLst>
          </a:custGeom>
          <a:solidFill>
            <a:srgbClr val="041C40">
              <a:alpha val="95999"/>
            </a:srgbClr>
          </a:solidFill>
        </p:spPr>
        <p:txBody>
          <a:bodyPr wrap="square" lIns="0" tIns="0" rIns="0" bIns="0" rtlCol="0"/>
          <a:lstStyle/>
          <a:p>
            <a:endParaRPr/>
          </a:p>
        </p:txBody>
      </p:sp>
      <p:sp>
        <p:nvSpPr>
          <p:cNvPr id="3" name="object 3" descr="$PPTXTitle"/>
          <p:cNvSpPr txBox="1">
            <a:spLocks noGrp="1"/>
          </p:cNvSpPr>
          <p:nvPr>
            <p:ph type="title"/>
          </p:nvPr>
        </p:nvSpPr>
        <p:spPr>
          <a:xfrm>
            <a:off x="2173699" y="611704"/>
            <a:ext cx="3561715" cy="979435"/>
          </a:xfrm>
          <a:prstGeom prst="rect">
            <a:avLst/>
          </a:prstGeom>
        </p:spPr>
        <p:txBody>
          <a:bodyPr vert="horz" wrap="square" lIns="0" tIns="12700" rIns="0" bIns="0" rtlCol="0">
            <a:spAutoFit/>
          </a:bodyPr>
          <a:lstStyle/>
          <a:p>
            <a:pPr marL="12700" marR="5080">
              <a:lnSpc>
                <a:spcPct val="115300"/>
              </a:lnSpc>
              <a:spcBef>
                <a:spcPts val="100"/>
              </a:spcBef>
            </a:pPr>
            <a:r>
              <a:rPr sz="2800" spc="500">
                <a:solidFill>
                  <a:srgbClr val="CCCCCC"/>
                </a:solidFill>
                <a:latin typeface="Aptos Slab Black" panose="020B0004020202020204" pitchFamily="34" charset="0"/>
              </a:rPr>
              <a:t>WEB </a:t>
            </a:r>
            <a:r>
              <a:rPr sz="2800" spc="605">
                <a:solidFill>
                  <a:srgbClr val="CCCCCC"/>
                </a:solidFill>
                <a:latin typeface="Aptos Slab Black" panose="020B0004020202020204" pitchFamily="34" charset="0"/>
              </a:rPr>
              <a:t>APPLICATION</a:t>
            </a:r>
            <a:endParaRPr sz="2800">
              <a:latin typeface="Aptos Slab Black" panose="020B0004020202020204" pitchFamily="34" charset="0"/>
            </a:endParaRPr>
          </a:p>
        </p:txBody>
      </p:sp>
      <p:pic>
        <p:nvPicPr>
          <p:cNvPr id="4" name="object 4"/>
          <p:cNvPicPr/>
          <p:nvPr/>
        </p:nvPicPr>
        <p:blipFill>
          <a:blip r:embed="rId2" cstate="print"/>
          <a:stretch>
            <a:fillRect/>
          </a:stretch>
        </p:blipFill>
        <p:spPr>
          <a:xfrm>
            <a:off x="16844336" y="255470"/>
            <a:ext cx="1095374" cy="770953"/>
          </a:xfrm>
          <a:prstGeom prst="rect">
            <a:avLst/>
          </a:prstGeom>
        </p:spPr>
      </p:pic>
      <p:sp>
        <p:nvSpPr>
          <p:cNvPr id="5" name="object 5"/>
          <p:cNvSpPr txBox="1"/>
          <p:nvPr/>
        </p:nvSpPr>
        <p:spPr>
          <a:xfrm>
            <a:off x="14969921" y="143914"/>
            <a:ext cx="1475105" cy="911225"/>
          </a:xfrm>
          <a:prstGeom prst="rect">
            <a:avLst/>
          </a:prstGeom>
        </p:spPr>
        <p:txBody>
          <a:bodyPr vert="horz" wrap="square" lIns="0" tIns="12700" rIns="0" bIns="0" rtlCol="0">
            <a:spAutoFit/>
          </a:bodyPr>
          <a:lstStyle/>
          <a:p>
            <a:pPr marL="12700" marR="5080">
              <a:lnSpc>
                <a:spcPct val="113999"/>
              </a:lnSpc>
              <a:spcBef>
                <a:spcPts val="100"/>
              </a:spcBef>
            </a:pPr>
            <a:r>
              <a:rPr sz="1700" spc="-10">
                <a:solidFill>
                  <a:srgbClr val="0F1C56"/>
                </a:solidFill>
                <a:latin typeface="Tahoma"/>
                <a:cs typeface="Tahoma"/>
              </a:rPr>
              <a:t>Information </a:t>
            </a: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pic>
        <p:nvPicPr>
          <p:cNvPr id="6" name="object 6"/>
          <p:cNvPicPr/>
          <p:nvPr/>
        </p:nvPicPr>
        <p:blipFill>
          <a:blip r:embed="rId3" cstate="print"/>
          <a:stretch>
            <a:fillRect/>
          </a:stretch>
        </p:blipFill>
        <p:spPr>
          <a:xfrm>
            <a:off x="6377595" y="1265923"/>
            <a:ext cx="5873576" cy="79843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
            <a:ext cx="2042160" cy="1520190"/>
          </a:xfrm>
          <a:custGeom>
            <a:avLst/>
            <a:gdLst/>
            <a:ahLst/>
            <a:cxnLst/>
            <a:rect l="l" t="t" r="r" b="b"/>
            <a:pathLst>
              <a:path w="2042160" h="1520190">
                <a:moveTo>
                  <a:pt x="0" y="1519653"/>
                </a:moveTo>
                <a:lnTo>
                  <a:pt x="0" y="0"/>
                </a:lnTo>
                <a:lnTo>
                  <a:pt x="2041935" y="0"/>
                </a:lnTo>
                <a:lnTo>
                  <a:pt x="2015517" y="49650"/>
                </a:lnTo>
                <a:lnTo>
                  <a:pt x="1993291" y="87750"/>
                </a:lnTo>
                <a:lnTo>
                  <a:pt x="1970481" y="125850"/>
                </a:lnTo>
                <a:lnTo>
                  <a:pt x="1947092" y="163950"/>
                </a:lnTo>
                <a:lnTo>
                  <a:pt x="1923129" y="202050"/>
                </a:lnTo>
                <a:lnTo>
                  <a:pt x="1898600" y="240150"/>
                </a:lnTo>
                <a:lnTo>
                  <a:pt x="1873510" y="278250"/>
                </a:lnTo>
                <a:lnTo>
                  <a:pt x="1847865" y="316350"/>
                </a:lnTo>
                <a:lnTo>
                  <a:pt x="1821671" y="354450"/>
                </a:lnTo>
                <a:lnTo>
                  <a:pt x="1794933" y="392550"/>
                </a:lnTo>
                <a:lnTo>
                  <a:pt x="1767658" y="430650"/>
                </a:lnTo>
                <a:lnTo>
                  <a:pt x="1739852" y="456050"/>
                </a:lnTo>
                <a:lnTo>
                  <a:pt x="1711520" y="494150"/>
                </a:lnTo>
                <a:lnTo>
                  <a:pt x="1682668" y="532250"/>
                </a:lnTo>
                <a:lnTo>
                  <a:pt x="1653303" y="570350"/>
                </a:lnTo>
                <a:lnTo>
                  <a:pt x="1623430" y="595750"/>
                </a:lnTo>
                <a:lnTo>
                  <a:pt x="1593055" y="633850"/>
                </a:lnTo>
                <a:lnTo>
                  <a:pt x="1562184" y="659250"/>
                </a:lnTo>
                <a:lnTo>
                  <a:pt x="1530823" y="697350"/>
                </a:lnTo>
                <a:lnTo>
                  <a:pt x="1498978" y="722750"/>
                </a:lnTo>
                <a:lnTo>
                  <a:pt x="1466655" y="760850"/>
                </a:lnTo>
                <a:lnTo>
                  <a:pt x="1433860" y="786250"/>
                </a:lnTo>
                <a:lnTo>
                  <a:pt x="1400598" y="824350"/>
                </a:lnTo>
                <a:lnTo>
                  <a:pt x="1366876" y="849750"/>
                </a:lnTo>
                <a:lnTo>
                  <a:pt x="1332699" y="875150"/>
                </a:lnTo>
                <a:lnTo>
                  <a:pt x="1298074" y="913250"/>
                </a:lnTo>
                <a:lnTo>
                  <a:pt x="1263006" y="938650"/>
                </a:lnTo>
                <a:lnTo>
                  <a:pt x="1191566" y="989450"/>
                </a:lnTo>
                <a:lnTo>
                  <a:pt x="1118427" y="1040250"/>
                </a:lnTo>
                <a:lnTo>
                  <a:pt x="1043635" y="1091050"/>
                </a:lnTo>
                <a:lnTo>
                  <a:pt x="967238" y="1141850"/>
                </a:lnTo>
                <a:lnTo>
                  <a:pt x="849738" y="1218050"/>
                </a:lnTo>
                <a:lnTo>
                  <a:pt x="809820" y="1230750"/>
                </a:lnTo>
                <a:lnTo>
                  <a:pt x="728893" y="1281550"/>
                </a:lnTo>
                <a:lnTo>
                  <a:pt x="687895" y="1294250"/>
                </a:lnTo>
                <a:lnTo>
                  <a:pt x="646550" y="1319650"/>
                </a:lnTo>
                <a:lnTo>
                  <a:pt x="604863" y="1332350"/>
                </a:lnTo>
                <a:lnTo>
                  <a:pt x="562840" y="1357750"/>
                </a:lnTo>
                <a:lnTo>
                  <a:pt x="434812" y="1395850"/>
                </a:lnTo>
                <a:lnTo>
                  <a:pt x="391504" y="1421250"/>
                </a:lnTo>
                <a:lnTo>
                  <a:pt x="80093" y="1510150"/>
                </a:lnTo>
                <a:lnTo>
                  <a:pt x="34498" y="1510150"/>
                </a:lnTo>
                <a:lnTo>
                  <a:pt x="0" y="1519653"/>
                </a:lnTo>
                <a:close/>
              </a:path>
            </a:pathLst>
          </a:custGeom>
          <a:solidFill>
            <a:srgbClr val="FF741F">
              <a:alpha val="95999"/>
            </a:srgbClr>
          </a:solidFill>
        </p:spPr>
        <p:txBody>
          <a:bodyPr wrap="square" lIns="0" tIns="0" rIns="0" bIns="0" rtlCol="0"/>
          <a:lstStyle/>
          <a:p>
            <a:endParaRPr/>
          </a:p>
        </p:txBody>
      </p:sp>
      <p:sp>
        <p:nvSpPr>
          <p:cNvPr id="3" name="object 3" descr="$PPTXTitle"/>
          <p:cNvSpPr txBox="1">
            <a:spLocks noGrp="1"/>
          </p:cNvSpPr>
          <p:nvPr>
            <p:ph type="title"/>
          </p:nvPr>
        </p:nvSpPr>
        <p:spPr>
          <a:xfrm>
            <a:off x="1977517" y="459117"/>
            <a:ext cx="3561715" cy="979435"/>
          </a:xfrm>
          <a:prstGeom prst="rect">
            <a:avLst/>
          </a:prstGeom>
        </p:spPr>
        <p:txBody>
          <a:bodyPr vert="horz" wrap="square" lIns="0" tIns="12700" rIns="0" bIns="0" rtlCol="0">
            <a:spAutoFit/>
          </a:bodyPr>
          <a:lstStyle/>
          <a:p>
            <a:pPr marL="12700" marR="5080">
              <a:lnSpc>
                <a:spcPct val="115300"/>
              </a:lnSpc>
              <a:spcBef>
                <a:spcPts val="100"/>
              </a:spcBef>
            </a:pPr>
            <a:r>
              <a:rPr sz="2800" spc="500">
                <a:solidFill>
                  <a:srgbClr val="FF741F"/>
                </a:solidFill>
                <a:latin typeface="Aptos Slab Black" panose="020B0004020202020204" pitchFamily="34" charset="0"/>
              </a:rPr>
              <a:t>WEB </a:t>
            </a:r>
            <a:r>
              <a:rPr sz="2800" spc="605">
                <a:solidFill>
                  <a:srgbClr val="FF741F"/>
                </a:solidFill>
                <a:latin typeface="Aptos Slab Black" panose="020B0004020202020204" pitchFamily="34" charset="0"/>
              </a:rPr>
              <a:t>APPLICATION</a:t>
            </a:r>
            <a:endParaRPr sz="2800">
              <a:latin typeface="Aptos Slab Black" panose="020B0004020202020204" pitchFamily="34" charset="0"/>
            </a:endParaRPr>
          </a:p>
        </p:txBody>
      </p:sp>
      <p:pic>
        <p:nvPicPr>
          <p:cNvPr id="4" name="object 4"/>
          <p:cNvPicPr/>
          <p:nvPr/>
        </p:nvPicPr>
        <p:blipFill>
          <a:blip r:embed="rId2" cstate="print"/>
          <a:stretch>
            <a:fillRect/>
          </a:stretch>
        </p:blipFill>
        <p:spPr>
          <a:xfrm>
            <a:off x="16844336" y="255470"/>
            <a:ext cx="1095374" cy="770953"/>
          </a:xfrm>
          <a:prstGeom prst="rect">
            <a:avLst/>
          </a:prstGeom>
        </p:spPr>
      </p:pic>
      <p:sp>
        <p:nvSpPr>
          <p:cNvPr id="5" name="object 5"/>
          <p:cNvSpPr txBox="1"/>
          <p:nvPr/>
        </p:nvSpPr>
        <p:spPr>
          <a:xfrm>
            <a:off x="14969921" y="143914"/>
            <a:ext cx="1475105" cy="911225"/>
          </a:xfrm>
          <a:prstGeom prst="rect">
            <a:avLst/>
          </a:prstGeom>
        </p:spPr>
        <p:txBody>
          <a:bodyPr vert="horz" wrap="square" lIns="0" tIns="12700" rIns="0" bIns="0" rtlCol="0">
            <a:spAutoFit/>
          </a:bodyPr>
          <a:lstStyle/>
          <a:p>
            <a:pPr marL="12700" marR="5080">
              <a:lnSpc>
                <a:spcPct val="113999"/>
              </a:lnSpc>
              <a:spcBef>
                <a:spcPts val="100"/>
              </a:spcBef>
            </a:pPr>
            <a:r>
              <a:rPr sz="1700" spc="-10">
                <a:solidFill>
                  <a:srgbClr val="0F1C56"/>
                </a:solidFill>
                <a:latin typeface="Tahoma"/>
                <a:cs typeface="Tahoma"/>
              </a:rPr>
              <a:t>Information </a:t>
            </a: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pic>
        <p:nvPicPr>
          <p:cNvPr id="6" name="object 6"/>
          <p:cNvPicPr/>
          <p:nvPr/>
        </p:nvPicPr>
        <p:blipFill>
          <a:blip r:embed="rId3" cstate="print"/>
          <a:stretch>
            <a:fillRect/>
          </a:stretch>
        </p:blipFill>
        <p:spPr>
          <a:xfrm>
            <a:off x="3672328" y="2009611"/>
            <a:ext cx="13586971" cy="78938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06257" y="4158275"/>
            <a:ext cx="4276090" cy="3724910"/>
          </a:xfrm>
          <a:custGeom>
            <a:avLst/>
            <a:gdLst/>
            <a:ahLst/>
            <a:cxnLst/>
            <a:rect l="l" t="t" r="r" b="b"/>
            <a:pathLst>
              <a:path w="4276090" h="3724909">
                <a:moveTo>
                  <a:pt x="4065935" y="3724384"/>
                </a:moveTo>
                <a:lnTo>
                  <a:pt x="209549" y="3724384"/>
                </a:lnTo>
                <a:lnTo>
                  <a:pt x="168477" y="3720321"/>
                </a:lnTo>
                <a:lnTo>
                  <a:pt x="129358" y="3708433"/>
                </a:lnTo>
                <a:lnTo>
                  <a:pt x="93291" y="3689178"/>
                </a:lnTo>
                <a:lnTo>
                  <a:pt x="61375" y="3663009"/>
                </a:lnTo>
                <a:lnTo>
                  <a:pt x="35206" y="3631093"/>
                </a:lnTo>
                <a:lnTo>
                  <a:pt x="15950" y="3595026"/>
                </a:lnTo>
                <a:lnTo>
                  <a:pt x="4063" y="3555906"/>
                </a:lnTo>
                <a:lnTo>
                  <a:pt x="0" y="3514834"/>
                </a:lnTo>
                <a:lnTo>
                  <a:pt x="0" y="209549"/>
                </a:lnTo>
                <a:lnTo>
                  <a:pt x="4063" y="168477"/>
                </a:lnTo>
                <a:lnTo>
                  <a:pt x="15950" y="129358"/>
                </a:lnTo>
                <a:lnTo>
                  <a:pt x="35206" y="93291"/>
                </a:lnTo>
                <a:lnTo>
                  <a:pt x="61375" y="61375"/>
                </a:lnTo>
                <a:lnTo>
                  <a:pt x="93291" y="35206"/>
                </a:lnTo>
                <a:lnTo>
                  <a:pt x="129358" y="15951"/>
                </a:lnTo>
                <a:lnTo>
                  <a:pt x="168477" y="4063"/>
                </a:lnTo>
                <a:lnTo>
                  <a:pt x="209549" y="0"/>
                </a:lnTo>
                <a:lnTo>
                  <a:pt x="4065935" y="0"/>
                </a:lnTo>
                <a:lnTo>
                  <a:pt x="4107007" y="4063"/>
                </a:lnTo>
                <a:lnTo>
                  <a:pt x="4146126" y="15951"/>
                </a:lnTo>
                <a:lnTo>
                  <a:pt x="4182193" y="35206"/>
                </a:lnTo>
                <a:lnTo>
                  <a:pt x="4214108" y="61375"/>
                </a:lnTo>
                <a:lnTo>
                  <a:pt x="4240278" y="93291"/>
                </a:lnTo>
                <a:lnTo>
                  <a:pt x="4259533" y="129358"/>
                </a:lnTo>
                <a:lnTo>
                  <a:pt x="4271421" y="168477"/>
                </a:lnTo>
                <a:lnTo>
                  <a:pt x="4275484" y="209549"/>
                </a:lnTo>
                <a:lnTo>
                  <a:pt x="4275484" y="3514834"/>
                </a:lnTo>
                <a:lnTo>
                  <a:pt x="4271421" y="3555906"/>
                </a:lnTo>
                <a:lnTo>
                  <a:pt x="4259533" y="3595026"/>
                </a:lnTo>
                <a:lnTo>
                  <a:pt x="4240278" y="3631093"/>
                </a:lnTo>
                <a:lnTo>
                  <a:pt x="4214108" y="3663009"/>
                </a:lnTo>
                <a:lnTo>
                  <a:pt x="4182193" y="3689178"/>
                </a:lnTo>
                <a:lnTo>
                  <a:pt x="4146126" y="3708433"/>
                </a:lnTo>
                <a:lnTo>
                  <a:pt x="4107007" y="3720321"/>
                </a:lnTo>
                <a:lnTo>
                  <a:pt x="4065935" y="3724384"/>
                </a:lnTo>
                <a:close/>
              </a:path>
            </a:pathLst>
          </a:custGeom>
          <a:solidFill>
            <a:srgbClr val="FF741F"/>
          </a:solidFill>
        </p:spPr>
        <p:txBody>
          <a:bodyPr wrap="square" lIns="0" tIns="0" rIns="0" bIns="0" rtlCol="0"/>
          <a:lstStyle/>
          <a:p>
            <a:endParaRPr/>
          </a:p>
        </p:txBody>
      </p:sp>
      <p:sp>
        <p:nvSpPr>
          <p:cNvPr id="3" name="object 3"/>
          <p:cNvSpPr/>
          <p:nvPr/>
        </p:nvSpPr>
        <p:spPr>
          <a:xfrm>
            <a:off x="2057228" y="4158275"/>
            <a:ext cx="4088129" cy="3724910"/>
          </a:xfrm>
          <a:custGeom>
            <a:avLst/>
            <a:gdLst/>
            <a:ahLst/>
            <a:cxnLst/>
            <a:rect l="l" t="t" r="r" b="b"/>
            <a:pathLst>
              <a:path w="4088129" h="3724909">
                <a:moveTo>
                  <a:pt x="3882228" y="3724384"/>
                </a:moveTo>
                <a:lnTo>
                  <a:pt x="209550" y="3724384"/>
                </a:lnTo>
                <a:lnTo>
                  <a:pt x="168477" y="3720321"/>
                </a:lnTo>
                <a:lnTo>
                  <a:pt x="129358" y="3708434"/>
                </a:lnTo>
                <a:lnTo>
                  <a:pt x="93291" y="3689178"/>
                </a:lnTo>
                <a:lnTo>
                  <a:pt x="61375" y="3663009"/>
                </a:lnTo>
                <a:lnTo>
                  <a:pt x="35206" y="3631093"/>
                </a:lnTo>
                <a:lnTo>
                  <a:pt x="15951" y="3595026"/>
                </a:lnTo>
                <a:lnTo>
                  <a:pt x="4063" y="3555906"/>
                </a:lnTo>
                <a:lnTo>
                  <a:pt x="0" y="3514834"/>
                </a:lnTo>
                <a:lnTo>
                  <a:pt x="0" y="209550"/>
                </a:lnTo>
                <a:lnTo>
                  <a:pt x="4063" y="168477"/>
                </a:lnTo>
                <a:lnTo>
                  <a:pt x="15951" y="129358"/>
                </a:lnTo>
                <a:lnTo>
                  <a:pt x="35206" y="93291"/>
                </a:lnTo>
                <a:lnTo>
                  <a:pt x="61375" y="61375"/>
                </a:lnTo>
                <a:lnTo>
                  <a:pt x="93291" y="35206"/>
                </a:lnTo>
                <a:lnTo>
                  <a:pt x="129358" y="15951"/>
                </a:lnTo>
                <a:lnTo>
                  <a:pt x="168477" y="4063"/>
                </a:lnTo>
                <a:lnTo>
                  <a:pt x="209550" y="0"/>
                </a:lnTo>
                <a:lnTo>
                  <a:pt x="3882228" y="0"/>
                </a:lnTo>
                <a:lnTo>
                  <a:pt x="3923300" y="4063"/>
                </a:lnTo>
                <a:lnTo>
                  <a:pt x="3962419" y="15951"/>
                </a:lnTo>
                <a:lnTo>
                  <a:pt x="3998486" y="35206"/>
                </a:lnTo>
                <a:lnTo>
                  <a:pt x="4030402" y="61375"/>
                </a:lnTo>
                <a:lnTo>
                  <a:pt x="4056571" y="93291"/>
                </a:lnTo>
                <a:lnTo>
                  <a:pt x="4075826" y="129358"/>
                </a:lnTo>
                <a:lnTo>
                  <a:pt x="4087714" y="168477"/>
                </a:lnTo>
                <a:lnTo>
                  <a:pt x="4088094" y="172320"/>
                </a:lnTo>
                <a:lnTo>
                  <a:pt x="4088094" y="3552064"/>
                </a:lnTo>
                <a:lnTo>
                  <a:pt x="4075826" y="3595026"/>
                </a:lnTo>
                <a:lnTo>
                  <a:pt x="4056571" y="3631093"/>
                </a:lnTo>
                <a:lnTo>
                  <a:pt x="4030402" y="3663009"/>
                </a:lnTo>
                <a:lnTo>
                  <a:pt x="3998486" y="3689178"/>
                </a:lnTo>
                <a:lnTo>
                  <a:pt x="3962419" y="3708434"/>
                </a:lnTo>
                <a:lnTo>
                  <a:pt x="3923300" y="3720321"/>
                </a:lnTo>
                <a:lnTo>
                  <a:pt x="3882228" y="3724384"/>
                </a:lnTo>
                <a:close/>
              </a:path>
            </a:pathLst>
          </a:custGeom>
          <a:solidFill>
            <a:srgbClr val="0097B1"/>
          </a:solidFill>
        </p:spPr>
        <p:txBody>
          <a:bodyPr wrap="square" lIns="0" tIns="0" rIns="0" bIns="0" rtlCol="0"/>
          <a:lstStyle/>
          <a:p>
            <a:endParaRPr/>
          </a:p>
        </p:txBody>
      </p:sp>
      <p:sp>
        <p:nvSpPr>
          <p:cNvPr id="4" name="object 4"/>
          <p:cNvSpPr/>
          <p:nvPr/>
        </p:nvSpPr>
        <p:spPr>
          <a:xfrm>
            <a:off x="12143583" y="4158275"/>
            <a:ext cx="4030345" cy="3724910"/>
          </a:xfrm>
          <a:custGeom>
            <a:avLst/>
            <a:gdLst/>
            <a:ahLst/>
            <a:cxnLst/>
            <a:rect l="l" t="t" r="r" b="b"/>
            <a:pathLst>
              <a:path w="4030344" h="3724909">
                <a:moveTo>
                  <a:pt x="3821820" y="3724384"/>
                </a:moveTo>
                <a:lnTo>
                  <a:pt x="209550" y="3724384"/>
                </a:lnTo>
                <a:lnTo>
                  <a:pt x="168478" y="3720321"/>
                </a:lnTo>
                <a:lnTo>
                  <a:pt x="129358" y="3708434"/>
                </a:lnTo>
                <a:lnTo>
                  <a:pt x="93291" y="3689178"/>
                </a:lnTo>
                <a:lnTo>
                  <a:pt x="61376" y="3663009"/>
                </a:lnTo>
                <a:lnTo>
                  <a:pt x="35206" y="3631093"/>
                </a:lnTo>
                <a:lnTo>
                  <a:pt x="15951" y="3595026"/>
                </a:lnTo>
                <a:lnTo>
                  <a:pt x="4063" y="3555906"/>
                </a:lnTo>
                <a:lnTo>
                  <a:pt x="0" y="3514834"/>
                </a:lnTo>
                <a:lnTo>
                  <a:pt x="0" y="209550"/>
                </a:lnTo>
                <a:lnTo>
                  <a:pt x="4063" y="168477"/>
                </a:lnTo>
                <a:lnTo>
                  <a:pt x="15951" y="129358"/>
                </a:lnTo>
                <a:lnTo>
                  <a:pt x="35206" y="93291"/>
                </a:lnTo>
                <a:lnTo>
                  <a:pt x="61376" y="61375"/>
                </a:lnTo>
                <a:lnTo>
                  <a:pt x="93291" y="35206"/>
                </a:lnTo>
                <a:lnTo>
                  <a:pt x="129358" y="15951"/>
                </a:lnTo>
                <a:lnTo>
                  <a:pt x="168478" y="4063"/>
                </a:lnTo>
                <a:lnTo>
                  <a:pt x="209550" y="0"/>
                </a:lnTo>
                <a:lnTo>
                  <a:pt x="3821820" y="0"/>
                </a:lnTo>
                <a:lnTo>
                  <a:pt x="3862893" y="4063"/>
                </a:lnTo>
                <a:lnTo>
                  <a:pt x="3902012" y="15951"/>
                </a:lnTo>
                <a:lnTo>
                  <a:pt x="3938079" y="35206"/>
                </a:lnTo>
                <a:lnTo>
                  <a:pt x="3969995" y="61375"/>
                </a:lnTo>
                <a:lnTo>
                  <a:pt x="3996164" y="93291"/>
                </a:lnTo>
                <a:lnTo>
                  <a:pt x="4015419" y="129358"/>
                </a:lnTo>
                <a:lnTo>
                  <a:pt x="4027306" y="168477"/>
                </a:lnTo>
                <a:lnTo>
                  <a:pt x="4029900" y="194695"/>
                </a:lnTo>
                <a:lnTo>
                  <a:pt x="4029900" y="3529689"/>
                </a:lnTo>
                <a:lnTo>
                  <a:pt x="4015419" y="3595026"/>
                </a:lnTo>
                <a:lnTo>
                  <a:pt x="3996164" y="3631093"/>
                </a:lnTo>
                <a:lnTo>
                  <a:pt x="3969995" y="3663009"/>
                </a:lnTo>
                <a:lnTo>
                  <a:pt x="3938079" y="3689178"/>
                </a:lnTo>
                <a:lnTo>
                  <a:pt x="3902012" y="3708434"/>
                </a:lnTo>
                <a:lnTo>
                  <a:pt x="3862893" y="3720321"/>
                </a:lnTo>
                <a:lnTo>
                  <a:pt x="3821820" y="3724384"/>
                </a:lnTo>
                <a:close/>
              </a:path>
            </a:pathLst>
          </a:custGeom>
          <a:solidFill>
            <a:srgbClr val="0F1C56"/>
          </a:solidFill>
        </p:spPr>
        <p:txBody>
          <a:bodyPr wrap="square" lIns="0" tIns="0" rIns="0" bIns="0" rtlCol="0"/>
          <a:lstStyle/>
          <a:p>
            <a:endParaRPr/>
          </a:p>
        </p:txBody>
      </p:sp>
      <p:pic>
        <p:nvPicPr>
          <p:cNvPr id="5" name="object 5"/>
          <p:cNvPicPr/>
          <p:nvPr/>
        </p:nvPicPr>
        <p:blipFill>
          <a:blip r:embed="rId2" cstate="print"/>
          <a:stretch>
            <a:fillRect/>
          </a:stretch>
        </p:blipFill>
        <p:spPr>
          <a:xfrm>
            <a:off x="16554282" y="8460856"/>
            <a:ext cx="1733549" cy="1733549"/>
          </a:xfrm>
          <a:prstGeom prst="rect">
            <a:avLst/>
          </a:prstGeom>
        </p:spPr>
      </p:pic>
      <p:grpSp>
        <p:nvGrpSpPr>
          <p:cNvPr id="6" name="object 6"/>
          <p:cNvGrpSpPr/>
          <p:nvPr/>
        </p:nvGrpSpPr>
        <p:grpSpPr>
          <a:xfrm>
            <a:off x="148" y="8460856"/>
            <a:ext cx="1871345" cy="1733550"/>
            <a:chOff x="148" y="8460856"/>
            <a:chExt cx="1871345" cy="1733550"/>
          </a:xfrm>
        </p:grpSpPr>
        <p:pic>
          <p:nvPicPr>
            <p:cNvPr id="7" name="object 7"/>
            <p:cNvPicPr/>
            <p:nvPr/>
          </p:nvPicPr>
          <p:blipFill>
            <a:blip r:embed="rId3" cstate="print"/>
            <a:stretch>
              <a:fillRect/>
            </a:stretch>
          </p:blipFill>
          <p:spPr>
            <a:xfrm>
              <a:off x="148" y="8460856"/>
              <a:ext cx="1733401" cy="1733549"/>
            </a:xfrm>
            <a:prstGeom prst="rect">
              <a:avLst/>
            </a:prstGeom>
          </p:spPr>
        </p:pic>
        <p:pic>
          <p:nvPicPr>
            <p:cNvPr id="8" name="object 8"/>
            <p:cNvPicPr/>
            <p:nvPr/>
          </p:nvPicPr>
          <p:blipFill>
            <a:blip r:embed="rId4" cstate="print"/>
            <a:stretch>
              <a:fillRect/>
            </a:stretch>
          </p:blipFill>
          <p:spPr>
            <a:xfrm>
              <a:off x="775823" y="9327714"/>
              <a:ext cx="1095374" cy="770954"/>
            </a:xfrm>
            <a:prstGeom prst="rect">
              <a:avLst/>
            </a:prstGeom>
          </p:spPr>
        </p:pic>
      </p:grpSp>
      <p:sp>
        <p:nvSpPr>
          <p:cNvPr id="9" name="object 9" descr="$PPTXTitle"/>
          <p:cNvSpPr txBox="1">
            <a:spLocks noGrp="1"/>
          </p:cNvSpPr>
          <p:nvPr>
            <p:ph type="title"/>
          </p:nvPr>
        </p:nvSpPr>
        <p:spPr>
          <a:xfrm>
            <a:off x="2071698" y="1036592"/>
            <a:ext cx="6273165" cy="1675202"/>
          </a:xfrm>
          <a:prstGeom prst="rect">
            <a:avLst/>
          </a:prstGeom>
        </p:spPr>
        <p:txBody>
          <a:bodyPr vert="horz" wrap="square" lIns="0" tIns="231775" rIns="0" bIns="0" rtlCol="0">
            <a:spAutoFit/>
          </a:bodyPr>
          <a:lstStyle/>
          <a:p>
            <a:pPr marL="12700" marR="5080">
              <a:lnSpc>
                <a:spcPct val="76000"/>
              </a:lnSpc>
              <a:spcBef>
                <a:spcPts val="1825"/>
              </a:spcBef>
            </a:pPr>
            <a:r>
              <a:rPr spc="925">
                <a:solidFill>
                  <a:srgbClr val="0F1C56"/>
                </a:solidFill>
                <a:latin typeface="Aptos Slab Black" panose="020B0004020202020204" pitchFamily="34" charset="0"/>
              </a:rPr>
              <a:t>CORPORATE </a:t>
            </a:r>
            <a:r>
              <a:rPr spc="905">
                <a:solidFill>
                  <a:srgbClr val="0F1C56"/>
                </a:solidFill>
                <a:latin typeface="Aptos Slab Black" panose="020B0004020202020204" pitchFamily="34" charset="0"/>
              </a:rPr>
              <a:t>COLORS</a:t>
            </a:r>
          </a:p>
        </p:txBody>
      </p:sp>
      <p:sp>
        <p:nvSpPr>
          <p:cNvPr id="13" name="object 13"/>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
        <p:nvSpPr>
          <p:cNvPr id="10" name="object 10"/>
          <p:cNvSpPr txBox="1"/>
          <p:nvPr/>
        </p:nvSpPr>
        <p:spPr>
          <a:xfrm>
            <a:off x="2760775" y="4850335"/>
            <a:ext cx="2684780" cy="2654300"/>
          </a:xfrm>
          <a:prstGeom prst="rect">
            <a:avLst/>
          </a:prstGeom>
        </p:spPr>
        <p:txBody>
          <a:bodyPr vert="horz" wrap="square" lIns="0" tIns="12700" rIns="0" bIns="0" rtlCol="0">
            <a:spAutoFit/>
          </a:bodyPr>
          <a:lstStyle/>
          <a:p>
            <a:pPr marL="542290" marR="535305" algn="ctr">
              <a:lnSpc>
                <a:spcPct val="125000"/>
              </a:lnSpc>
              <a:spcBef>
                <a:spcPts val="100"/>
              </a:spcBef>
            </a:pPr>
            <a:r>
              <a:rPr sz="2300" spc="-240">
                <a:solidFill>
                  <a:srgbClr val="FFFFFF"/>
                </a:solidFill>
                <a:latin typeface="Arial Black"/>
                <a:cs typeface="Arial Black"/>
              </a:rPr>
              <a:t>HEX</a:t>
            </a:r>
            <a:r>
              <a:rPr sz="2300" spc="-125">
                <a:solidFill>
                  <a:srgbClr val="FFFFFF"/>
                </a:solidFill>
                <a:latin typeface="Arial Black"/>
                <a:cs typeface="Arial Black"/>
              </a:rPr>
              <a:t> </a:t>
            </a:r>
            <a:r>
              <a:rPr sz="2300" spc="-135">
                <a:solidFill>
                  <a:srgbClr val="FFFFFF"/>
                </a:solidFill>
                <a:latin typeface="Arial Black"/>
                <a:cs typeface="Arial Black"/>
              </a:rPr>
              <a:t>CODE: </a:t>
            </a:r>
            <a:r>
              <a:rPr sz="2300" spc="-85">
                <a:solidFill>
                  <a:srgbClr val="FFFFFF"/>
                </a:solidFill>
                <a:latin typeface="Arial Black"/>
                <a:cs typeface="Arial Black"/>
              </a:rPr>
              <a:t>#0097B2 </a:t>
            </a:r>
            <a:r>
              <a:rPr sz="2300" spc="-35">
                <a:solidFill>
                  <a:srgbClr val="FFFFFF"/>
                </a:solidFill>
                <a:latin typeface="Arial Black"/>
                <a:cs typeface="Arial Black"/>
              </a:rPr>
              <a:t>CMYK:</a:t>
            </a:r>
            <a:endParaRPr sz="2300">
              <a:latin typeface="Arial Black"/>
              <a:cs typeface="Arial Black"/>
            </a:endParaRPr>
          </a:p>
          <a:p>
            <a:pPr marL="12700" marR="5080" algn="ctr">
              <a:lnSpc>
                <a:spcPct val="125000"/>
              </a:lnSpc>
            </a:pPr>
            <a:r>
              <a:rPr sz="2300" spc="-200">
                <a:solidFill>
                  <a:srgbClr val="FFFFFF"/>
                </a:solidFill>
                <a:latin typeface="Arial Black"/>
                <a:cs typeface="Arial Black"/>
              </a:rPr>
              <a:t>100%,15%,0%,30% </a:t>
            </a:r>
            <a:r>
              <a:rPr sz="2300" spc="-20">
                <a:solidFill>
                  <a:srgbClr val="FFFFFF"/>
                </a:solidFill>
                <a:latin typeface="Arial Black"/>
                <a:cs typeface="Arial Black"/>
              </a:rPr>
              <a:t>RGB:</a:t>
            </a:r>
            <a:endParaRPr sz="2300">
              <a:latin typeface="Arial Black"/>
              <a:cs typeface="Arial Black"/>
            </a:endParaRPr>
          </a:p>
          <a:p>
            <a:pPr marL="632460">
              <a:lnSpc>
                <a:spcPct val="100000"/>
              </a:lnSpc>
              <a:spcBef>
                <a:spcPts val="690"/>
              </a:spcBef>
            </a:pPr>
            <a:r>
              <a:rPr sz="2300" spc="-100">
                <a:solidFill>
                  <a:srgbClr val="FFFFFF"/>
                </a:solidFill>
                <a:latin typeface="Arial Black"/>
                <a:cs typeface="Arial Black"/>
              </a:rPr>
              <a:t>0,196,204</a:t>
            </a:r>
            <a:endParaRPr sz="2300">
              <a:latin typeface="Arial Black"/>
              <a:cs typeface="Arial Black"/>
            </a:endParaRPr>
          </a:p>
        </p:txBody>
      </p:sp>
      <p:sp>
        <p:nvSpPr>
          <p:cNvPr id="11" name="object 11"/>
          <p:cNvSpPr txBox="1"/>
          <p:nvPr/>
        </p:nvSpPr>
        <p:spPr>
          <a:xfrm>
            <a:off x="12865593" y="4850335"/>
            <a:ext cx="2516505" cy="2654300"/>
          </a:xfrm>
          <a:prstGeom prst="rect">
            <a:avLst/>
          </a:prstGeom>
        </p:spPr>
        <p:txBody>
          <a:bodyPr vert="horz" wrap="square" lIns="0" tIns="12700" rIns="0" bIns="0" rtlCol="0">
            <a:spAutoFit/>
          </a:bodyPr>
          <a:lstStyle/>
          <a:p>
            <a:pPr marL="458470" marR="450850" algn="ctr">
              <a:lnSpc>
                <a:spcPct val="125000"/>
              </a:lnSpc>
              <a:spcBef>
                <a:spcPts val="100"/>
              </a:spcBef>
            </a:pPr>
            <a:r>
              <a:rPr sz="2300" spc="-240">
                <a:solidFill>
                  <a:srgbClr val="FFFFFF"/>
                </a:solidFill>
                <a:latin typeface="Arial Black"/>
                <a:cs typeface="Arial Black"/>
              </a:rPr>
              <a:t>HEX</a:t>
            </a:r>
            <a:r>
              <a:rPr sz="2300" spc="-125">
                <a:solidFill>
                  <a:srgbClr val="FFFFFF"/>
                </a:solidFill>
                <a:latin typeface="Arial Black"/>
                <a:cs typeface="Arial Black"/>
              </a:rPr>
              <a:t> </a:t>
            </a:r>
            <a:r>
              <a:rPr sz="2300" spc="-135">
                <a:solidFill>
                  <a:srgbClr val="FFFFFF"/>
                </a:solidFill>
                <a:latin typeface="Arial Black"/>
                <a:cs typeface="Arial Black"/>
              </a:rPr>
              <a:t>CODE: </a:t>
            </a:r>
            <a:r>
              <a:rPr sz="2300" spc="-80">
                <a:solidFill>
                  <a:srgbClr val="FFFFFF"/>
                </a:solidFill>
                <a:latin typeface="Arial Black"/>
                <a:cs typeface="Arial Black"/>
              </a:rPr>
              <a:t>#101D56 </a:t>
            </a:r>
            <a:r>
              <a:rPr sz="2300" spc="-35">
                <a:solidFill>
                  <a:srgbClr val="FFFFFF"/>
                </a:solidFill>
                <a:latin typeface="Arial Black"/>
                <a:cs typeface="Arial Black"/>
              </a:rPr>
              <a:t>CMYK:</a:t>
            </a:r>
            <a:endParaRPr sz="2300">
              <a:latin typeface="Arial Black"/>
              <a:cs typeface="Arial Black"/>
            </a:endParaRPr>
          </a:p>
          <a:p>
            <a:pPr marL="12065" marR="5080" algn="ctr">
              <a:lnSpc>
                <a:spcPct val="125000"/>
              </a:lnSpc>
            </a:pPr>
            <a:r>
              <a:rPr sz="2300" spc="-200">
                <a:solidFill>
                  <a:srgbClr val="FFFFFF"/>
                </a:solidFill>
                <a:latin typeface="Arial Black"/>
                <a:cs typeface="Arial Black"/>
              </a:rPr>
              <a:t>81%,66%,0%,66% </a:t>
            </a:r>
            <a:r>
              <a:rPr sz="2300" spc="-20">
                <a:solidFill>
                  <a:srgbClr val="FFFFFF"/>
                </a:solidFill>
                <a:latin typeface="Arial Black"/>
                <a:cs typeface="Arial Black"/>
              </a:rPr>
              <a:t>RGB:</a:t>
            </a:r>
            <a:endParaRPr sz="2300">
              <a:latin typeface="Arial Black"/>
              <a:cs typeface="Arial Black"/>
            </a:endParaRPr>
          </a:p>
          <a:p>
            <a:pPr marL="671830">
              <a:lnSpc>
                <a:spcPct val="100000"/>
              </a:lnSpc>
              <a:spcBef>
                <a:spcPts val="690"/>
              </a:spcBef>
            </a:pPr>
            <a:r>
              <a:rPr sz="2300" spc="-85">
                <a:solidFill>
                  <a:srgbClr val="FFFFFF"/>
                </a:solidFill>
                <a:latin typeface="Arial Black"/>
                <a:cs typeface="Arial Black"/>
              </a:rPr>
              <a:t>16,29,86</a:t>
            </a:r>
            <a:endParaRPr sz="2300">
              <a:latin typeface="Arial Black"/>
              <a:cs typeface="Arial Black"/>
            </a:endParaRPr>
          </a:p>
        </p:txBody>
      </p:sp>
      <p:sp>
        <p:nvSpPr>
          <p:cNvPr id="12" name="object 12"/>
          <p:cNvSpPr txBox="1"/>
          <p:nvPr/>
        </p:nvSpPr>
        <p:spPr>
          <a:xfrm>
            <a:off x="7969832" y="4850335"/>
            <a:ext cx="2348230" cy="2654300"/>
          </a:xfrm>
          <a:prstGeom prst="rect">
            <a:avLst/>
          </a:prstGeom>
        </p:spPr>
        <p:txBody>
          <a:bodyPr vert="horz" wrap="square" lIns="0" tIns="12700" rIns="0" bIns="0" rtlCol="0">
            <a:spAutoFit/>
          </a:bodyPr>
          <a:lstStyle/>
          <a:p>
            <a:pPr marL="374015" marR="367030" algn="ctr">
              <a:lnSpc>
                <a:spcPct val="125000"/>
              </a:lnSpc>
              <a:spcBef>
                <a:spcPts val="100"/>
              </a:spcBef>
            </a:pPr>
            <a:r>
              <a:rPr sz="2300" spc="-240">
                <a:solidFill>
                  <a:srgbClr val="0F1C56"/>
                </a:solidFill>
                <a:latin typeface="Arial Black"/>
                <a:cs typeface="Arial Black"/>
              </a:rPr>
              <a:t>HEX</a:t>
            </a:r>
            <a:r>
              <a:rPr sz="2300" spc="-125">
                <a:solidFill>
                  <a:srgbClr val="0F1C56"/>
                </a:solidFill>
                <a:latin typeface="Arial Black"/>
                <a:cs typeface="Arial Black"/>
              </a:rPr>
              <a:t> </a:t>
            </a:r>
            <a:r>
              <a:rPr sz="2300" spc="-135">
                <a:solidFill>
                  <a:srgbClr val="0F1C56"/>
                </a:solidFill>
                <a:latin typeface="Arial Black"/>
                <a:cs typeface="Arial Black"/>
              </a:rPr>
              <a:t>CODE: </a:t>
            </a:r>
            <a:r>
              <a:rPr sz="2300" spc="-60">
                <a:solidFill>
                  <a:srgbClr val="0F1C56"/>
                </a:solidFill>
                <a:latin typeface="Arial Black"/>
                <a:cs typeface="Arial Black"/>
              </a:rPr>
              <a:t>#FF751F </a:t>
            </a:r>
            <a:r>
              <a:rPr sz="2300" spc="-35">
                <a:solidFill>
                  <a:srgbClr val="0F1C56"/>
                </a:solidFill>
                <a:latin typeface="Arial Black"/>
                <a:cs typeface="Arial Black"/>
              </a:rPr>
              <a:t>CMYK:</a:t>
            </a:r>
            <a:endParaRPr sz="2300">
              <a:latin typeface="Arial Black"/>
              <a:cs typeface="Arial Black"/>
            </a:endParaRPr>
          </a:p>
          <a:p>
            <a:pPr marL="12700" marR="5080" algn="ctr">
              <a:lnSpc>
                <a:spcPct val="125000"/>
              </a:lnSpc>
            </a:pPr>
            <a:r>
              <a:rPr sz="2300" spc="-195">
                <a:solidFill>
                  <a:srgbClr val="0F1C56"/>
                </a:solidFill>
                <a:latin typeface="Arial Black"/>
                <a:cs typeface="Arial Black"/>
              </a:rPr>
              <a:t>0%,54%,88%,0% </a:t>
            </a:r>
            <a:r>
              <a:rPr sz="2300" spc="-25">
                <a:solidFill>
                  <a:srgbClr val="0F1C56"/>
                </a:solidFill>
                <a:latin typeface="Arial Black"/>
                <a:cs typeface="Arial Black"/>
              </a:rPr>
              <a:t>RGB</a:t>
            </a:r>
            <a:endParaRPr sz="2300">
              <a:latin typeface="Arial Black"/>
              <a:cs typeface="Arial Black"/>
            </a:endParaRPr>
          </a:p>
          <a:p>
            <a:pPr marL="419734">
              <a:lnSpc>
                <a:spcPct val="100000"/>
              </a:lnSpc>
              <a:spcBef>
                <a:spcPts val="690"/>
              </a:spcBef>
            </a:pPr>
            <a:r>
              <a:rPr sz="2300" spc="-110">
                <a:solidFill>
                  <a:srgbClr val="0F1C56"/>
                </a:solidFill>
                <a:latin typeface="Arial Black"/>
                <a:cs typeface="Arial Black"/>
              </a:rPr>
              <a:t>255,177,31</a:t>
            </a:r>
            <a:endParaRPr sz="2300">
              <a:latin typeface="Arial Black"/>
              <a:cs typeface="Arial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F741F"/>
          </a:solidFill>
        </p:spPr>
        <p:txBody>
          <a:bodyPr wrap="square" lIns="0" tIns="0" rIns="0" bIns="0" rtlCol="0"/>
          <a:lstStyle/>
          <a:p>
            <a:endParaRPr/>
          </a:p>
        </p:txBody>
      </p:sp>
      <p:sp>
        <p:nvSpPr>
          <p:cNvPr id="3" name="object 3"/>
          <p:cNvSpPr/>
          <p:nvPr/>
        </p:nvSpPr>
        <p:spPr>
          <a:xfrm>
            <a:off x="7006257" y="4158275"/>
            <a:ext cx="4276090" cy="3724910"/>
          </a:xfrm>
          <a:custGeom>
            <a:avLst/>
            <a:gdLst/>
            <a:ahLst/>
            <a:cxnLst/>
            <a:rect l="l" t="t" r="r" b="b"/>
            <a:pathLst>
              <a:path w="4276090" h="3724909">
                <a:moveTo>
                  <a:pt x="4065935" y="3724384"/>
                </a:moveTo>
                <a:lnTo>
                  <a:pt x="209549" y="3724384"/>
                </a:lnTo>
                <a:lnTo>
                  <a:pt x="168477" y="3720321"/>
                </a:lnTo>
                <a:lnTo>
                  <a:pt x="129358" y="3708433"/>
                </a:lnTo>
                <a:lnTo>
                  <a:pt x="93291" y="3689178"/>
                </a:lnTo>
                <a:lnTo>
                  <a:pt x="61375" y="3663009"/>
                </a:lnTo>
                <a:lnTo>
                  <a:pt x="35206" y="3631093"/>
                </a:lnTo>
                <a:lnTo>
                  <a:pt x="15950" y="3595026"/>
                </a:lnTo>
                <a:lnTo>
                  <a:pt x="4063" y="3555906"/>
                </a:lnTo>
                <a:lnTo>
                  <a:pt x="0" y="3514834"/>
                </a:lnTo>
                <a:lnTo>
                  <a:pt x="0" y="209549"/>
                </a:lnTo>
                <a:lnTo>
                  <a:pt x="4063" y="168477"/>
                </a:lnTo>
                <a:lnTo>
                  <a:pt x="15950" y="129358"/>
                </a:lnTo>
                <a:lnTo>
                  <a:pt x="35206" y="93291"/>
                </a:lnTo>
                <a:lnTo>
                  <a:pt x="61375" y="61375"/>
                </a:lnTo>
                <a:lnTo>
                  <a:pt x="93291" y="35206"/>
                </a:lnTo>
                <a:lnTo>
                  <a:pt x="129358" y="15951"/>
                </a:lnTo>
                <a:lnTo>
                  <a:pt x="168477" y="4063"/>
                </a:lnTo>
                <a:lnTo>
                  <a:pt x="209549" y="0"/>
                </a:lnTo>
                <a:lnTo>
                  <a:pt x="4065935" y="0"/>
                </a:lnTo>
                <a:lnTo>
                  <a:pt x="4107007" y="4063"/>
                </a:lnTo>
                <a:lnTo>
                  <a:pt x="4146126" y="15951"/>
                </a:lnTo>
                <a:lnTo>
                  <a:pt x="4182193" y="35206"/>
                </a:lnTo>
                <a:lnTo>
                  <a:pt x="4214108" y="61375"/>
                </a:lnTo>
                <a:lnTo>
                  <a:pt x="4240278" y="93291"/>
                </a:lnTo>
                <a:lnTo>
                  <a:pt x="4259533" y="129358"/>
                </a:lnTo>
                <a:lnTo>
                  <a:pt x="4271421" y="168477"/>
                </a:lnTo>
                <a:lnTo>
                  <a:pt x="4275484" y="209549"/>
                </a:lnTo>
                <a:lnTo>
                  <a:pt x="4275484" y="3514834"/>
                </a:lnTo>
                <a:lnTo>
                  <a:pt x="4271421" y="3555906"/>
                </a:lnTo>
                <a:lnTo>
                  <a:pt x="4259533" y="3595026"/>
                </a:lnTo>
                <a:lnTo>
                  <a:pt x="4240278" y="3631093"/>
                </a:lnTo>
                <a:lnTo>
                  <a:pt x="4214108" y="3663009"/>
                </a:lnTo>
                <a:lnTo>
                  <a:pt x="4182193" y="3689178"/>
                </a:lnTo>
                <a:lnTo>
                  <a:pt x="4146126" y="3708433"/>
                </a:lnTo>
                <a:lnTo>
                  <a:pt x="4107007" y="3720321"/>
                </a:lnTo>
                <a:lnTo>
                  <a:pt x="4065935" y="3724384"/>
                </a:lnTo>
                <a:close/>
              </a:path>
            </a:pathLst>
          </a:custGeom>
          <a:solidFill>
            <a:srgbClr val="FFFFFF"/>
          </a:solidFill>
        </p:spPr>
        <p:txBody>
          <a:bodyPr wrap="square" lIns="0" tIns="0" rIns="0" bIns="0" rtlCol="0"/>
          <a:lstStyle/>
          <a:p>
            <a:endParaRPr/>
          </a:p>
        </p:txBody>
      </p:sp>
      <p:sp>
        <p:nvSpPr>
          <p:cNvPr id="4" name="object 4"/>
          <p:cNvSpPr/>
          <p:nvPr/>
        </p:nvSpPr>
        <p:spPr>
          <a:xfrm>
            <a:off x="2057228" y="4158275"/>
            <a:ext cx="4088129" cy="3724910"/>
          </a:xfrm>
          <a:custGeom>
            <a:avLst/>
            <a:gdLst/>
            <a:ahLst/>
            <a:cxnLst/>
            <a:rect l="l" t="t" r="r" b="b"/>
            <a:pathLst>
              <a:path w="4088129" h="3724909">
                <a:moveTo>
                  <a:pt x="3882228" y="3724384"/>
                </a:moveTo>
                <a:lnTo>
                  <a:pt x="209550" y="3724384"/>
                </a:lnTo>
                <a:lnTo>
                  <a:pt x="168477" y="3720321"/>
                </a:lnTo>
                <a:lnTo>
                  <a:pt x="129358" y="3708434"/>
                </a:lnTo>
                <a:lnTo>
                  <a:pt x="93291" y="3689178"/>
                </a:lnTo>
                <a:lnTo>
                  <a:pt x="61375" y="3663009"/>
                </a:lnTo>
                <a:lnTo>
                  <a:pt x="35206" y="3631093"/>
                </a:lnTo>
                <a:lnTo>
                  <a:pt x="15951" y="3595026"/>
                </a:lnTo>
                <a:lnTo>
                  <a:pt x="4063" y="3555906"/>
                </a:lnTo>
                <a:lnTo>
                  <a:pt x="0" y="3514834"/>
                </a:lnTo>
                <a:lnTo>
                  <a:pt x="0" y="209550"/>
                </a:lnTo>
                <a:lnTo>
                  <a:pt x="4063" y="168477"/>
                </a:lnTo>
                <a:lnTo>
                  <a:pt x="15951" y="129358"/>
                </a:lnTo>
                <a:lnTo>
                  <a:pt x="35206" y="93291"/>
                </a:lnTo>
                <a:lnTo>
                  <a:pt x="61375" y="61375"/>
                </a:lnTo>
                <a:lnTo>
                  <a:pt x="93291" y="35206"/>
                </a:lnTo>
                <a:lnTo>
                  <a:pt x="129358" y="15951"/>
                </a:lnTo>
                <a:lnTo>
                  <a:pt x="168477" y="4063"/>
                </a:lnTo>
                <a:lnTo>
                  <a:pt x="209550" y="0"/>
                </a:lnTo>
                <a:lnTo>
                  <a:pt x="3882228" y="0"/>
                </a:lnTo>
                <a:lnTo>
                  <a:pt x="3923300" y="4063"/>
                </a:lnTo>
                <a:lnTo>
                  <a:pt x="3962419" y="15951"/>
                </a:lnTo>
                <a:lnTo>
                  <a:pt x="3998486" y="35206"/>
                </a:lnTo>
                <a:lnTo>
                  <a:pt x="4030402" y="61375"/>
                </a:lnTo>
                <a:lnTo>
                  <a:pt x="4056571" y="93291"/>
                </a:lnTo>
                <a:lnTo>
                  <a:pt x="4075826" y="129358"/>
                </a:lnTo>
                <a:lnTo>
                  <a:pt x="4087714" y="168477"/>
                </a:lnTo>
                <a:lnTo>
                  <a:pt x="4088094" y="172320"/>
                </a:lnTo>
                <a:lnTo>
                  <a:pt x="4088094" y="3552064"/>
                </a:lnTo>
                <a:lnTo>
                  <a:pt x="4075826" y="3595026"/>
                </a:lnTo>
                <a:lnTo>
                  <a:pt x="4056571" y="3631093"/>
                </a:lnTo>
                <a:lnTo>
                  <a:pt x="4030402" y="3663009"/>
                </a:lnTo>
                <a:lnTo>
                  <a:pt x="3998486" y="3689178"/>
                </a:lnTo>
                <a:lnTo>
                  <a:pt x="3962419" y="3708434"/>
                </a:lnTo>
                <a:lnTo>
                  <a:pt x="3923300" y="3720321"/>
                </a:lnTo>
                <a:lnTo>
                  <a:pt x="3882228" y="3724384"/>
                </a:lnTo>
                <a:close/>
              </a:path>
            </a:pathLst>
          </a:custGeom>
          <a:solidFill>
            <a:srgbClr val="CCCCCC"/>
          </a:solidFill>
        </p:spPr>
        <p:txBody>
          <a:bodyPr wrap="square" lIns="0" tIns="0" rIns="0" bIns="0" rtlCol="0"/>
          <a:lstStyle/>
          <a:p>
            <a:endParaRPr/>
          </a:p>
        </p:txBody>
      </p:sp>
      <p:sp>
        <p:nvSpPr>
          <p:cNvPr id="5" name="object 5"/>
          <p:cNvSpPr/>
          <p:nvPr/>
        </p:nvSpPr>
        <p:spPr>
          <a:xfrm>
            <a:off x="12143583" y="4158275"/>
            <a:ext cx="4030345" cy="3724910"/>
          </a:xfrm>
          <a:custGeom>
            <a:avLst/>
            <a:gdLst/>
            <a:ahLst/>
            <a:cxnLst/>
            <a:rect l="l" t="t" r="r" b="b"/>
            <a:pathLst>
              <a:path w="4030344" h="3724909">
                <a:moveTo>
                  <a:pt x="3821820" y="3724384"/>
                </a:moveTo>
                <a:lnTo>
                  <a:pt x="209550" y="3724384"/>
                </a:lnTo>
                <a:lnTo>
                  <a:pt x="168478" y="3720321"/>
                </a:lnTo>
                <a:lnTo>
                  <a:pt x="129358" y="3708434"/>
                </a:lnTo>
                <a:lnTo>
                  <a:pt x="93291" y="3689178"/>
                </a:lnTo>
                <a:lnTo>
                  <a:pt x="61376" y="3663009"/>
                </a:lnTo>
                <a:lnTo>
                  <a:pt x="35206" y="3631093"/>
                </a:lnTo>
                <a:lnTo>
                  <a:pt x="15951" y="3595026"/>
                </a:lnTo>
                <a:lnTo>
                  <a:pt x="4063" y="3555906"/>
                </a:lnTo>
                <a:lnTo>
                  <a:pt x="0" y="3514834"/>
                </a:lnTo>
                <a:lnTo>
                  <a:pt x="0" y="209550"/>
                </a:lnTo>
                <a:lnTo>
                  <a:pt x="4063" y="168477"/>
                </a:lnTo>
                <a:lnTo>
                  <a:pt x="15951" y="129358"/>
                </a:lnTo>
                <a:lnTo>
                  <a:pt x="35206" y="93291"/>
                </a:lnTo>
                <a:lnTo>
                  <a:pt x="61376" y="61375"/>
                </a:lnTo>
                <a:lnTo>
                  <a:pt x="93291" y="35206"/>
                </a:lnTo>
                <a:lnTo>
                  <a:pt x="129358" y="15951"/>
                </a:lnTo>
                <a:lnTo>
                  <a:pt x="168478" y="4063"/>
                </a:lnTo>
                <a:lnTo>
                  <a:pt x="209550" y="0"/>
                </a:lnTo>
                <a:lnTo>
                  <a:pt x="3821820" y="0"/>
                </a:lnTo>
                <a:lnTo>
                  <a:pt x="3862893" y="4063"/>
                </a:lnTo>
                <a:lnTo>
                  <a:pt x="3902012" y="15951"/>
                </a:lnTo>
                <a:lnTo>
                  <a:pt x="3938079" y="35206"/>
                </a:lnTo>
                <a:lnTo>
                  <a:pt x="3969995" y="61375"/>
                </a:lnTo>
                <a:lnTo>
                  <a:pt x="3996164" y="93291"/>
                </a:lnTo>
                <a:lnTo>
                  <a:pt x="4015419" y="129358"/>
                </a:lnTo>
                <a:lnTo>
                  <a:pt x="4027306" y="168477"/>
                </a:lnTo>
                <a:lnTo>
                  <a:pt x="4029900" y="194695"/>
                </a:lnTo>
                <a:lnTo>
                  <a:pt x="4029900" y="3529689"/>
                </a:lnTo>
                <a:lnTo>
                  <a:pt x="4015419" y="3595026"/>
                </a:lnTo>
                <a:lnTo>
                  <a:pt x="3996164" y="3631093"/>
                </a:lnTo>
                <a:lnTo>
                  <a:pt x="3969995" y="3663009"/>
                </a:lnTo>
                <a:lnTo>
                  <a:pt x="3938079" y="3689178"/>
                </a:lnTo>
                <a:lnTo>
                  <a:pt x="3902012" y="3708434"/>
                </a:lnTo>
                <a:lnTo>
                  <a:pt x="3862893" y="3720321"/>
                </a:lnTo>
                <a:lnTo>
                  <a:pt x="3821820" y="3724384"/>
                </a:lnTo>
                <a:close/>
              </a:path>
            </a:pathLst>
          </a:custGeom>
          <a:solidFill>
            <a:srgbClr val="000000"/>
          </a:solidFill>
        </p:spPr>
        <p:txBody>
          <a:bodyPr wrap="square" lIns="0" tIns="0" rIns="0" bIns="0" rtlCol="0"/>
          <a:lstStyle/>
          <a:p>
            <a:endParaRPr/>
          </a:p>
        </p:txBody>
      </p:sp>
      <p:pic>
        <p:nvPicPr>
          <p:cNvPr id="6" name="object 6"/>
          <p:cNvPicPr/>
          <p:nvPr/>
        </p:nvPicPr>
        <p:blipFill>
          <a:blip r:embed="rId2" cstate="print"/>
          <a:stretch>
            <a:fillRect/>
          </a:stretch>
        </p:blipFill>
        <p:spPr>
          <a:xfrm>
            <a:off x="16554282" y="8460856"/>
            <a:ext cx="1733549" cy="1733549"/>
          </a:xfrm>
          <a:prstGeom prst="rect">
            <a:avLst/>
          </a:prstGeom>
        </p:spPr>
      </p:pic>
      <p:grpSp>
        <p:nvGrpSpPr>
          <p:cNvPr id="7" name="object 7"/>
          <p:cNvGrpSpPr/>
          <p:nvPr/>
        </p:nvGrpSpPr>
        <p:grpSpPr>
          <a:xfrm>
            <a:off x="148" y="8460856"/>
            <a:ext cx="1871345" cy="1733550"/>
            <a:chOff x="148" y="8460856"/>
            <a:chExt cx="1871345" cy="1733550"/>
          </a:xfrm>
        </p:grpSpPr>
        <p:pic>
          <p:nvPicPr>
            <p:cNvPr id="8" name="object 8"/>
            <p:cNvPicPr/>
            <p:nvPr/>
          </p:nvPicPr>
          <p:blipFill>
            <a:blip r:embed="rId3" cstate="print"/>
            <a:stretch>
              <a:fillRect/>
            </a:stretch>
          </p:blipFill>
          <p:spPr>
            <a:xfrm>
              <a:off x="148" y="8460856"/>
              <a:ext cx="1733401" cy="1733549"/>
            </a:xfrm>
            <a:prstGeom prst="rect">
              <a:avLst/>
            </a:prstGeom>
          </p:spPr>
        </p:pic>
        <p:pic>
          <p:nvPicPr>
            <p:cNvPr id="9" name="object 9"/>
            <p:cNvPicPr/>
            <p:nvPr/>
          </p:nvPicPr>
          <p:blipFill>
            <a:blip r:embed="rId4" cstate="print"/>
            <a:stretch>
              <a:fillRect/>
            </a:stretch>
          </p:blipFill>
          <p:spPr>
            <a:xfrm>
              <a:off x="775823" y="9327714"/>
              <a:ext cx="1095374" cy="770954"/>
            </a:xfrm>
            <a:prstGeom prst="rect">
              <a:avLst/>
            </a:prstGeom>
          </p:spPr>
        </p:pic>
      </p:grpSp>
      <p:sp>
        <p:nvSpPr>
          <p:cNvPr id="10" name="object 10" descr="$PPTXTitle"/>
          <p:cNvSpPr txBox="1">
            <a:spLocks noGrp="1"/>
          </p:cNvSpPr>
          <p:nvPr>
            <p:ph type="title"/>
          </p:nvPr>
        </p:nvSpPr>
        <p:spPr>
          <a:xfrm>
            <a:off x="1858018" y="1475773"/>
            <a:ext cx="6273165" cy="1194814"/>
          </a:xfrm>
          <a:prstGeom prst="rect">
            <a:avLst/>
          </a:prstGeom>
        </p:spPr>
        <p:txBody>
          <a:bodyPr vert="horz" wrap="square" lIns="0" tIns="231775" rIns="0" bIns="0" rtlCol="0">
            <a:spAutoFit/>
          </a:bodyPr>
          <a:lstStyle/>
          <a:p>
            <a:pPr marL="12700" marR="5080">
              <a:lnSpc>
                <a:spcPct val="76000"/>
              </a:lnSpc>
              <a:spcBef>
                <a:spcPts val="1825"/>
              </a:spcBef>
            </a:pPr>
            <a:r>
              <a:rPr sz="4000" spc="1000">
                <a:solidFill>
                  <a:srgbClr val="0097B1"/>
                </a:solidFill>
                <a:latin typeface="Aptos Slab Black" panose="020B0004020202020204" pitchFamily="34" charset="0"/>
              </a:rPr>
              <a:t>SECONDARY </a:t>
            </a:r>
            <a:r>
              <a:rPr sz="4000" spc="905">
                <a:solidFill>
                  <a:srgbClr val="0097B1"/>
                </a:solidFill>
                <a:latin typeface="Aptos Slab Black" panose="020B0004020202020204" pitchFamily="34" charset="0"/>
              </a:rPr>
              <a:t>COLORS</a:t>
            </a:r>
          </a:p>
        </p:txBody>
      </p:sp>
      <p:sp>
        <p:nvSpPr>
          <p:cNvPr id="14" name="object 14"/>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
        <p:nvSpPr>
          <p:cNvPr id="11" name="object 11"/>
          <p:cNvSpPr txBox="1"/>
          <p:nvPr/>
        </p:nvSpPr>
        <p:spPr>
          <a:xfrm>
            <a:off x="12949681" y="4850335"/>
            <a:ext cx="2348230" cy="2654300"/>
          </a:xfrm>
          <a:prstGeom prst="rect">
            <a:avLst/>
          </a:prstGeom>
        </p:spPr>
        <p:txBody>
          <a:bodyPr vert="horz" wrap="square" lIns="0" tIns="12700" rIns="0" bIns="0" rtlCol="0">
            <a:spAutoFit/>
          </a:bodyPr>
          <a:lstStyle/>
          <a:p>
            <a:pPr marL="374015" marR="367030" algn="ctr">
              <a:lnSpc>
                <a:spcPct val="125000"/>
              </a:lnSpc>
              <a:spcBef>
                <a:spcPts val="100"/>
              </a:spcBef>
            </a:pPr>
            <a:r>
              <a:rPr sz="2300" spc="-240">
                <a:solidFill>
                  <a:srgbClr val="FFFFFF"/>
                </a:solidFill>
                <a:latin typeface="Arial Black"/>
                <a:cs typeface="Arial Black"/>
              </a:rPr>
              <a:t>HEX</a:t>
            </a:r>
            <a:r>
              <a:rPr sz="2300" spc="-125">
                <a:solidFill>
                  <a:srgbClr val="FFFFFF"/>
                </a:solidFill>
                <a:latin typeface="Arial Black"/>
                <a:cs typeface="Arial Black"/>
              </a:rPr>
              <a:t> </a:t>
            </a:r>
            <a:r>
              <a:rPr sz="2300" spc="-135">
                <a:solidFill>
                  <a:srgbClr val="FFFFFF"/>
                </a:solidFill>
                <a:latin typeface="Arial Black"/>
                <a:cs typeface="Arial Black"/>
              </a:rPr>
              <a:t>CODE: </a:t>
            </a:r>
            <a:r>
              <a:rPr sz="2300" spc="-90">
                <a:solidFill>
                  <a:srgbClr val="FFFFFF"/>
                </a:solidFill>
                <a:latin typeface="Arial Black"/>
                <a:cs typeface="Arial Black"/>
              </a:rPr>
              <a:t>#000000 </a:t>
            </a:r>
            <a:r>
              <a:rPr sz="2300" spc="-35">
                <a:solidFill>
                  <a:srgbClr val="FFFFFF"/>
                </a:solidFill>
                <a:latin typeface="Arial Black"/>
                <a:cs typeface="Arial Black"/>
              </a:rPr>
              <a:t>CMYK:</a:t>
            </a:r>
            <a:endParaRPr sz="2300">
              <a:latin typeface="Arial Black"/>
              <a:cs typeface="Arial Black"/>
            </a:endParaRPr>
          </a:p>
          <a:p>
            <a:pPr marL="12700" marR="5080" algn="ctr">
              <a:lnSpc>
                <a:spcPct val="125000"/>
              </a:lnSpc>
            </a:pPr>
            <a:r>
              <a:rPr sz="2300" spc="-195">
                <a:solidFill>
                  <a:srgbClr val="FFFFFF"/>
                </a:solidFill>
                <a:latin typeface="Arial Black"/>
                <a:cs typeface="Arial Black"/>
              </a:rPr>
              <a:t>0%,0%,0%,100% </a:t>
            </a:r>
            <a:r>
              <a:rPr sz="2300" spc="-20">
                <a:solidFill>
                  <a:srgbClr val="FFFFFF"/>
                </a:solidFill>
                <a:latin typeface="Arial Black"/>
                <a:cs typeface="Arial Black"/>
              </a:rPr>
              <a:t>RGB:</a:t>
            </a:r>
            <a:endParaRPr sz="2300">
              <a:latin typeface="Arial Black"/>
              <a:cs typeface="Arial Black"/>
            </a:endParaRPr>
          </a:p>
          <a:p>
            <a:pPr algn="ctr">
              <a:lnSpc>
                <a:spcPct val="100000"/>
              </a:lnSpc>
              <a:spcBef>
                <a:spcPts val="690"/>
              </a:spcBef>
            </a:pPr>
            <a:r>
              <a:rPr sz="2300" spc="-10">
                <a:solidFill>
                  <a:srgbClr val="FFFFFF"/>
                </a:solidFill>
                <a:latin typeface="Arial Black"/>
                <a:cs typeface="Arial Black"/>
              </a:rPr>
              <a:t>0,0,0</a:t>
            </a:r>
            <a:endParaRPr sz="2300">
              <a:latin typeface="Arial Black"/>
              <a:cs typeface="Arial Black"/>
            </a:endParaRPr>
          </a:p>
        </p:txBody>
      </p:sp>
      <p:sp>
        <p:nvSpPr>
          <p:cNvPr id="12" name="object 12"/>
          <p:cNvSpPr txBox="1"/>
          <p:nvPr/>
        </p:nvSpPr>
        <p:spPr>
          <a:xfrm>
            <a:off x="3013038" y="4685050"/>
            <a:ext cx="2179955" cy="2654300"/>
          </a:xfrm>
          <a:prstGeom prst="rect">
            <a:avLst/>
          </a:prstGeom>
        </p:spPr>
        <p:txBody>
          <a:bodyPr vert="horz" wrap="square" lIns="0" tIns="12700" rIns="0" bIns="0" rtlCol="0">
            <a:spAutoFit/>
          </a:bodyPr>
          <a:lstStyle/>
          <a:p>
            <a:pPr marL="12700" marR="5080" indent="-635" algn="ctr">
              <a:lnSpc>
                <a:spcPct val="125000"/>
              </a:lnSpc>
              <a:spcBef>
                <a:spcPts val="100"/>
              </a:spcBef>
            </a:pPr>
            <a:r>
              <a:rPr sz="2300" spc="-240">
                <a:latin typeface="Arial Black"/>
                <a:cs typeface="Arial Black"/>
              </a:rPr>
              <a:t>HEX</a:t>
            </a:r>
            <a:r>
              <a:rPr sz="2300" spc="-125">
                <a:latin typeface="Arial Black"/>
                <a:cs typeface="Arial Black"/>
              </a:rPr>
              <a:t> </a:t>
            </a:r>
            <a:r>
              <a:rPr sz="2300" spc="-10">
                <a:latin typeface="Arial Black"/>
                <a:cs typeface="Arial Black"/>
              </a:rPr>
              <a:t>CODE: #CCCCCC </a:t>
            </a:r>
            <a:r>
              <a:rPr sz="2300" spc="-35">
                <a:latin typeface="Arial Black"/>
                <a:cs typeface="Arial Black"/>
              </a:rPr>
              <a:t>CMYK: </a:t>
            </a:r>
            <a:r>
              <a:rPr sz="2300" spc="-195">
                <a:latin typeface="Arial Black"/>
                <a:cs typeface="Arial Black"/>
              </a:rPr>
              <a:t>0%,0%,%0,20% </a:t>
            </a:r>
            <a:r>
              <a:rPr sz="2300" spc="-25">
                <a:latin typeface="Arial Black"/>
                <a:cs typeface="Arial Black"/>
              </a:rPr>
              <a:t>RGB </a:t>
            </a:r>
            <a:r>
              <a:rPr sz="2300" spc="-120">
                <a:latin typeface="Arial Black"/>
                <a:cs typeface="Arial Black"/>
              </a:rPr>
              <a:t>204,204,204</a:t>
            </a:r>
            <a:endParaRPr sz="2300">
              <a:latin typeface="Arial Black"/>
              <a:cs typeface="Arial Black"/>
            </a:endParaRPr>
          </a:p>
        </p:txBody>
      </p:sp>
      <p:sp>
        <p:nvSpPr>
          <p:cNvPr id="13" name="object 13"/>
          <p:cNvSpPr txBox="1"/>
          <p:nvPr/>
        </p:nvSpPr>
        <p:spPr>
          <a:xfrm>
            <a:off x="8140348" y="4669810"/>
            <a:ext cx="2012314" cy="2654300"/>
          </a:xfrm>
          <a:prstGeom prst="rect">
            <a:avLst/>
          </a:prstGeom>
        </p:spPr>
        <p:txBody>
          <a:bodyPr vert="horz" wrap="square" lIns="0" tIns="12700" rIns="0" bIns="0" rtlCol="0">
            <a:spAutoFit/>
          </a:bodyPr>
          <a:lstStyle/>
          <a:p>
            <a:pPr marL="12700" marR="5080" algn="ctr">
              <a:lnSpc>
                <a:spcPct val="125000"/>
              </a:lnSpc>
              <a:spcBef>
                <a:spcPts val="100"/>
              </a:spcBef>
            </a:pPr>
            <a:r>
              <a:rPr sz="2300" spc="-240">
                <a:latin typeface="Arial Black"/>
                <a:cs typeface="Arial Black"/>
              </a:rPr>
              <a:t>HEX</a:t>
            </a:r>
            <a:r>
              <a:rPr sz="2300" spc="-125">
                <a:latin typeface="Arial Black"/>
                <a:cs typeface="Arial Black"/>
              </a:rPr>
              <a:t> </a:t>
            </a:r>
            <a:r>
              <a:rPr sz="2300" spc="-10">
                <a:latin typeface="Arial Black"/>
                <a:cs typeface="Arial Black"/>
              </a:rPr>
              <a:t>CODE: </a:t>
            </a:r>
            <a:r>
              <a:rPr sz="2300" spc="-35">
                <a:latin typeface="Arial Black"/>
                <a:cs typeface="Arial Black"/>
              </a:rPr>
              <a:t>#FFFFFF CMYK: </a:t>
            </a:r>
            <a:r>
              <a:rPr sz="2300" spc="-190">
                <a:latin typeface="Arial Black"/>
                <a:cs typeface="Arial Black"/>
              </a:rPr>
              <a:t>0%,0%,0%,0% </a:t>
            </a:r>
            <a:r>
              <a:rPr sz="2300" spc="-25">
                <a:latin typeface="Arial Black"/>
                <a:cs typeface="Arial Black"/>
              </a:rPr>
              <a:t>RGB </a:t>
            </a:r>
            <a:r>
              <a:rPr sz="2300" spc="-120">
                <a:latin typeface="Arial Black"/>
                <a:cs typeface="Arial Black"/>
              </a:rPr>
              <a:t>255,255,255</a:t>
            </a:r>
            <a:endParaRPr sz="2300">
              <a:latin typeface="Arial Black"/>
              <a:cs typeface="Arial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F1C56"/>
          </a:solidFill>
        </p:spPr>
        <p:txBody>
          <a:bodyPr wrap="square" lIns="0" tIns="0" rIns="0" bIns="0" rtlCol="0"/>
          <a:lstStyle/>
          <a:p>
            <a:endParaRPr/>
          </a:p>
        </p:txBody>
      </p:sp>
      <p:pic>
        <p:nvPicPr>
          <p:cNvPr id="3" name="object 3"/>
          <p:cNvPicPr/>
          <p:nvPr/>
        </p:nvPicPr>
        <p:blipFill>
          <a:blip r:embed="rId2" cstate="print"/>
          <a:stretch>
            <a:fillRect/>
          </a:stretch>
        </p:blipFill>
        <p:spPr>
          <a:xfrm>
            <a:off x="16554282" y="8460856"/>
            <a:ext cx="1733549" cy="1733549"/>
          </a:xfrm>
          <a:prstGeom prst="rect">
            <a:avLst/>
          </a:prstGeom>
        </p:spPr>
      </p:pic>
      <p:grpSp>
        <p:nvGrpSpPr>
          <p:cNvPr id="4" name="object 4"/>
          <p:cNvGrpSpPr/>
          <p:nvPr/>
        </p:nvGrpSpPr>
        <p:grpSpPr>
          <a:xfrm>
            <a:off x="148" y="8460856"/>
            <a:ext cx="1871345" cy="1733550"/>
            <a:chOff x="148" y="8460856"/>
            <a:chExt cx="1871345" cy="1733550"/>
          </a:xfrm>
        </p:grpSpPr>
        <p:pic>
          <p:nvPicPr>
            <p:cNvPr id="5" name="object 5"/>
            <p:cNvPicPr/>
            <p:nvPr/>
          </p:nvPicPr>
          <p:blipFill>
            <a:blip r:embed="rId3" cstate="print"/>
            <a:stretch>
              <a:fillRect/>
            </a:stretch>
          </p:blipFill>
          <p:spPr>
            <a:xfrm>
              <a:off x="148" y="8460856"/>
              <a:ext cx="1733401" cy="1733549"/>
            </a:xfrm>
            <a:prstGeom prst="rect">
              <a:avLst/>
            </a:prstGeom>
          </p:spPr>
        </p:pic>
        <p:pic>
          <p:nvPicPr>
            <p:cNvPr id="6" name="object 6"/>
            <p:cNvPicPr/>
            <p:nvPr/>
          </p:nvPicPr>
          <p:blipFill>
            <a:blip r:embed="rId4" cstate="print"/>
            <a:stretch>
              <a:fillRect/>
            </a:stretch>
          </p:blipFill>
          <p:spPr>
            <a:xfrm>
              <a:off x="775823" y="9327714"/>
              <a:ext cx="1095374" cy="770954"/>
            </a:xfrm>
            <a:prstGeom prst="rect">
              <a:avLst/>
            </a:prstGeom>
          </p:spPr>
        </p:pic>
      </p:grpSp>
      <p:pic>
        <p:nvPicPr>
          <p:cNvPr id="7" name="object 7"/>
          <p:cNvPicPr/>
          <p:nvPr/>
        </p:nvPicPr>
        <p:blipFill>
          <a:blip r:embed="rId5" cstate="print"/>
          <a:stretch>
            <a:fillRect/>
          </a:stretch>
        </p:blipFill>
        <p:spPr>
          <a:xfrm>
            <a:off x="1870718" y="4063471"/>
            <a:ext cx="3352799" cy="3352799"/>
          </a:xfrm>
          <a:prstGeom prst="rect">
            <a:avLst/>
          </a:prstGeom>
        </p:spPr>
      </p:pic>
      <p:pic>
        <p:nvPicPr>
          <p:cNvPr id="8" name="object 8"/>
          <p:cNvPicPr/>
          <p:nvPr/>
        </p:nvPicPr>
        <p:blipFill>
          <a:blip r:embed="rId6" cstate="print"/>
          <a:stretch>
            <a:fillRect/>
          </a:stretch>
        </p:blipFill>
        <p:spPr>
          <a:xfrm>
            <a:off x="7468454" y="4063471"/>
            <a:ext cx="3352799" cy="3352799"/>
          </a:xfrm>
          <a:prstGeom prst="rect">
            <a:avLst/>
          </a:prstGeom>
        </p:spPr>
      </p:pic>
      <p:pic>
        <p:nvPicPr>
          <p:cNvPr id="9" name="object 9"/>
          <p:cNvPicPr/>
          <p:nvPr/>
        </p:nvPicPr>
        <p:blipFill>
          <a:blip r:embed="rId7" cstate="print"/>
          <a:stretch>
            <a:fillRect/>
          </a:stretch>
        </p:blipFill>
        <p:spPr>
          <a:xfrm>
            <a:off x="13067447" y="4112692"/>
            <a:ext cx="3305174" cy="3305174"/>
          </a:xfrm>
          <a:prstGeom prst="rect">
            <a:avLst/>
          </a:prstGeom>
        </p:spPr>
      </p:pic>
      <p:sp>
        <p:nvSpPr>
          <p:cNvPr id="10" name="object 10" descr="$PPTXTitle"/>
          <p:cNvSpPr txBox="1">
            <a:spLocks noGrp="1"/>
          </p:cNvSpPr>
          <p:nvPr>
            <p:ph type="title"/>
          </p:nvPr>
        </p:nvSpPr>
        <p:spPr>
          <a:xfrm>
            <a:off x="1858018" y="1475773"/>
            <a:ext cx="6273165" cy="1290931"/>
          </a:xfrm>
          <a:prstGeom prst="rect">
            <a:avLst/>
          </a:prstGeom>
        </p:spPr>
        <p:txBody>
          <a:bodyPr vert="horz" wrap="square" lIns="0" tIns="231775" rIns="0" bIns="0" rtlCol="0">
            <a:spAutoFit/>
          </a:bodyPr>
          <a:lstStyle/>
          <a:p>
            <a:pPr marL="12700" marR="5080">
              <a:lnSpc>
                <a:spcPct val="76000"/>
              </a:lnSpc>
              <a:spcBef>
                <a:spcPts val="1825"/>
              </a:spcBef>
            </a:pPr>
            <a:r>
              <a:rPr sz="4400" spc="994">
                <a:latin typeface="Aptos Slab Black" panose="020B0004020202020204" pitchFamily="34" charset="0"/>
              </a:rPr>
              <a:t>PROFESSIONAL </a:t>
            </a:r>
            <a:r>
              <a:rPr sz="4400" spc="700">
                <a:latin typeface="Aptos Slab Black" panose="020B0004020202020204" pitchFamily="34" charset="0"/>
              </a:rPr>
              <a:t>LOGO</a:t>
            </a:r>
            <a:r>
              <a:rPr sz="4400" spc="155">
                <a:latin typeface="Aptos Slab Black" panose="020B0004020202020204" pitchFamily="34" charset="0"/>
              </a:rPr>
              <a:t> </a:t>
            </a:r>
            <a:r>
              <a:rPr sz="4400" spc="1045">
                <a:latin typeface="Aptos Slab Black" panose="020B0004020202020204" pitchFamily="34" charset="0"/>
              </a:rPr>
              <a:t>USAGE</a:t>
            </a:r>
          </a:p>
        </p:txBody>
      </p:sp>
      <p:sp>
        <p:nvSpPr>
          <p:cNvPr id="11" name="object 11"/>
          <p:cNvSpPr txBox="1"/>
          <p:nvPr/>
        </p:nvSpPr>
        <p:spPr>
          <a:xfrm>
            <a:off x="204452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54282" y="8460856"/>
            <a:ext cx="1733549" cy="1733549"/>
          </a:xfrm>
          <a:prstGeom prst="rect">
            <a:avLst/>
          </a:prstGeom>
        </p:spPr>
      </p:pic>
      <p:grpSp>
        <p:nvGrpSpPr>
          <p:cNvPr id="3" name="object 3"/>
          <p:cNvGrpSpPr/>
          <p:nvPr/>
        </p:nvGrpSpPr>
        <p:grpSpPr>
          <a:xfrm>
            <a:off x="148" y="8460856"/>
            <a:ext cx="1734185" cy="1733550"/>
            <a:chOff x="148" y="8460856"/>
            <a:chExt cx="1734185" cy="1733550"/>
          </a:xfrm>
        </p:grpSpPr>
        <p:pic>
          <p:nvPicPr>
            <p:cNvPr id="4" name="object 4"/>
            <p:cNvPicPr/>
            <p:nvPr/>
          </p:nvPicPr>
          <p:blipFill>
            <a:blip r:embed="rId3" cstate="print"/>
            <a:stretch>
              <a:fillRect/>
            </a:stretch>
          </p:blipFill>
          <p:spPr>
            <a:xfrm>
              <a:off x="148" y="8460856"/>
              <a:ext cx="1733401" cy="1733549"/>
            </a:xfrm>
            <a:prstGeom prst="rect">
              <a:avLst/>
            </a:prstGeom>
          </p:spPr>
        </p:pic>
        <p:pic>
          <p:nvPicPr>
            <p:cNvPr id="5" name="object 5"/>
            <p:cNvPicPr/>
            <p:nvPr/>
          </p:nvPicPr>
          <p:blipFill>
            <a:blip r:embed="rId4" cstate="print"/>
            <a:stretch>
              <a:fillRect/>
            </a:stretch>
          </p:blipFill>
          <p:spPr>
            <a:xfrm>
              <a:off x="638821" y="9258300"/>
              <a:ext cx="1095374" cy="770953"/>
            </a:xfrm>
            <a:prstGeom prst="rect">
              <a:avLst/>
            </a:prstGeom>
          </p:spPr>
        </p:pic>
      </p:grpSp>
      <p:pic>
        <p:nvPicPr>
          <p:cNvPr id="6" name="object 6"/>
          <p:cNvPicPr/>
          <p:nvPr/>
        </p:nvPicPr>
        <p:blipFill>
          <a:blip r:embed="rId5" cstate="print"/>
          <a:stretch>
            <a:fillRect/>
          </a:stretch>
        </p:blipFill>
        <p:spPr>
          <a:xfrm>
            <a:off x="1733716" y="3962199"/>
            <a:ext cx="3819524" cy="3819524"/>
          </a:xfrm>
          <a:prstGeom prst="rect">
            <a:avLst/>
          </a:prstGeom>
        </p:spPr>
      </p:pic>
      <p:pic>
        <p:nvPicPr>
          <p:cNvPr id="7" name="object 7"/>
          <p:cNvPicPr/>
          <p:nvPr/>
        </p:nvPicPr>
        <p:blipFill>
          <a:blip r:embed="rId6" cstate="print"/>
          <a:stretch>
            <a:fillRect/>
          </a:stretch>
        </p:blipFill>
        <p:spPr>
          <a:xfrm>
            <a:off x="7228502" y="3962199"/>
            <a:ext cx="3829049" cy="3829049"/>
          </a:xfrm>
          <a:prstGeom prst="rect">
            <a:avLst/>
          </a:prstGeom>
        </p:spPr>
      </p:pic>
      <p:pic>
        <p:nvPicPr>
          <p:cNvPr id="8" name="object 8"/>
          <p:cNvPicPr/>
          <p:nvPr/>
        </p:nvPicPr>
        <p:blipFill>
          <a:blip r:embed="rId7" cstate="print"/>
          <a:stretch>
            <a:fillRect/>
          </a:stretch>
        </p:blipFill>
        <p:spPr>
          <a:xfrm>
            <a:off x="13092358" y="3952724"/>
            <a:ext cx="3829049" cy="3829049"/>
          </a:xfrm>
          <a:prstGeom prst="rect">
            <a:avLst/>
          </a:prstGeom>
        </p:spPr>
      </p:pic>
      <p:sp>
        <p:nvSpPr>
          <p:cNvPr id="9" name="object 9" descr="$PPTXTitle"/>
          <p:cNvSpPr txBox="1">
            <a:spLocks noGrp="1"/>
          </p:cNvSpPr>
          <p:nvPr>
            <p:ph type="title"/>
          </p:nvPr>
        </p:nvSpPr>
        <p:spPr>
          <a:xfrm>
            <a:off x="1858018" y="1486886"/>
            <a:ext cx="6465570" cy="1167883"/>
          </a:xfrm>
          <a:prstGeom prst="rect">
            <a:avLst/>
          </a:prstGeom>
        </p:spPr>
        <p:txBody>
          <a:bodyPr vert="horz" wrap="square" lIns="0" tIns="205104" rIns="0" bIns="0" rtlCol="0">
            <a:spAutoFit/>
          </a:bodyPr>
          <a:lstStyle/>
          <a:p>
            <a:pPr marL="12700" marR="5080">
              <a:lnSpc>
                <a:spcPct val="75700"/>
              </a:lnSpc>
              <a:spcBef>
                <a:spcPts val="1614"/>
              </a:spcBef>
            </a:pPr>
            <a:r>
              <a:rPr sz="4000" spc="825">
                <a:solidFill>
                  <a:srgbClr val="0F1C56"/>
                </a:solidFill>
                <a:latin typeface="Aptos Slab Black" panose="020B0004020202020204" pitchFamily="34" charset="0"/>
              </a:rPr>
              <a:t>UNPROFESSIONAL </a:t>
            </a:r>
            <a:r>
              <a:rPr sz="4000" spc="615">
                <a:solidFill>
                  <a:srgbClr val="0F1C56"/>
                </a:solidFill>
                <a:latin typeface="Aptos Slab Black" panose="020B0004020202020204" pitchFamily="34" charset="0"/>
              </a:rPr>
              <a:t>LOGO</a:t>
            </a:r>
            <a:r>
              <a:rPr sz="4000" spc="135">
                <a:solidFill>
                  <a:srgbClr val="0F1C56"/>
                </a:solidFill>
                <a:latin typeface="Aptos Slab Black" panose="020B0004020202020204" pitchFamily="34" charset="0"/>
              </a:rPr>
              <a:t> </a:t>
            </a:r>
            <a:r>
              <a:rPr sz="4000" spc="894">
                <a:solidFill>
                  <a:srgbClr val="0F1C56"/>
                </a:solidFill>
                <a:latin typeface="Aptos Slab Black" panose="020B0004020202020204" pitchFamily="34" charset="0"/>
              </a:rPr>
              <a:t>USAGE</a:t>
            </a:r>
            <a:endParaRPr sz="4000">
              <a:latin typeface="Aptos Slab Black" panose="020B0004020202020204" pitchFamily="34" charset="0"/>
            </a:endParaRPr>
          </a:p>
        </p:txBody>
      </p:sp>
      <p:sp>
        <p:nvSpPr>
          <p:cNvPr id="10" name="object 10"/>
          <p:cNvSpPr txBox="1"/>
          <p:nvPr/>
        </p:nvSpPr>
        <p:spPr>
          <a:xfrm>
            <a:off x="1858018" y="9221176"/>
            <a:ext cx="1475105" cy="887730"/>
          </a:xfrm>
          <a:prstGeom prst="rect">
            <a:avLst/>
          </a:prstGeom>
        </p:spPr>
        <p:txBody>
          <a:bodyPr vert="horz" wrap="square" lIns="0" tIns="8890" rIns="0" bIns="0" rtlCol="0">
            <a:spAutoFit/>
          </a:bodyPr>
          <a:lstStyle/>
          <a:p>
            <a:pPr marL="12700">
              <a:lnSpc>
                <a:spcPct val="100000"/>
              </a:lnSpc>
              <a:spcBef>
                <a:spcPts val="70"/>
              </a:spcBef>
            </a:pPr>
            <a:r>
              <a:rPr sz="1700" spc="-10">
                <a:solidFill>
                  <a:srgbClr val="0F1C56"/>
                </a:solidFill>
                <a:latin typeface="Tahoma"/>
                <a:cs typeface="Tahoma"/>
              </a:rPr>
              <a:t>Information</a:t>
            </a:r>
            <a:endParaRPr sz="1700">
              <a:latin typeface="Tahoma"/>
              <a:cs typeface="Tahoma"/>
            </a:endParaRPr>
          </a:p>
          <a:p>
            <a:pPr marL="12700" marR="5080">
              <a:lnSpc>
                <a:spcPct val="113999"/>
              </a:lnSpc>
            </a:pPr>
            <a:r>
              <a:rPr sz="1700" spc="-25">
                <a:solidFill>
                  <a:srgbClr val="0F1C56"/>
                </a:solidFill>
                <a:latin typeface="Tahoma"/>
                <a:cs typeface="Tahoma"/>
              </a:rPr>
              <a:t>Communication </a:t>
            </a:r>
            <a:r>
              <a:rPr sz="1700" spc="-10">
                <a:solidFill>
                  <a:srgbClr val="0F1C56"/>
                </a:solidFill>
                <a:latin typeface="Tahoma"/>
                <a:cs typeface="Tahoma"/>
              </a:rPr>
              <a:t>Technology</a:t>
            </a:r>
            <a:endParaRPr sz="1700">
              <a:latin typeface="Tahoma"/>
              <a:cs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3351529"/>
          </a:xfrm>
          <a:custGeom>
            <a:avLst/>
            <a:gdLst/>
            <a:ahLst/>
            <a:cxnLst/>
            <a:rect l="l" t="t" r="r" b="b"/>
            <a:pathLst>
              <a:path w="18288000" h="3351529">
                <a:moveTo>
                  <a:pt x="18287999" y="3351482"/>
                </a:moveTo>
                <a:lnTo>
                  <a:pt x="0" y="3351482"/>
                </a:lnTo>
                <a:lnTo>
                  <a:pt x="0" y="0"/>
                </a:lnTo>
                <a:lnTo>
                  <a:pt x="18287999" y="0"/>
                </a:lnTo>
                <a:lnTo>
                  <a:pt x="18287999" y="3351482"/>
                </a:lnTo>
                <a:close/>
              </a:path>
            </a:pathLst>
          </a:custGeom>
          <a:solidFill>
            <a:srgbClr val="000000"/>
          </a:solidFill>
        </p:spPr>
        <p:txBody>
          <a:bodyPr wrap="square" lIns="0" tIns="0" rIns="0" bIns="0" rtlCol="0"/>
          <a:lstStyle/>
          <a:p>
            <a:endParaRPr>
              <a:latin typeface="Source Sans"/>
            </a:endParaRPr>
          </a:p>
        </p:txBody>
      </p:sp>
      <p:pic>
        <p:nvPicPr>
          <p:cNvPr id="3" name="object 3"/>
          <p:cNvPicPr/>
          <p:nvPr/>
        </p:nvPicPr>
        <p:blipFill>
          <a:blip r:embed="rId2" cstate="print"/>
          <a:stretch>
            <a:fillRect/>
          </a:stretch>
        </p:blipFill>
        <p:spPr>
          <a:xfrm>
            <a:off x="10550605" y="4713710"/>
            <a:ext cx="1095374" cy="1381124"/>
          </a:xfrm>
          <a:prstGeom prst="rect">
            <a:avLst/>
          </a:prstGeom>
        </p:spPr>
      </p:pic>
      <p:pic>
        <p:nvPicPr>
          <p:cNvPr id="4" name="object 4"/>
          <p:cNvPicPr/>
          <p:nvPr/>
        </p:nvPicPr>
        <p:blipFill>
          <a:blip r:embed="rId3" cstate="print"/>
          <a:stretch>
            <a:fillRect/>
          </a:stretch>
        </p:blipFill>
        <p:spPr>
          <a:xfrm>
            <a:off x="10311302" y="7455269"/>
            <a:ext cx="1571624" cy="1266824"/>
          </a:xfrm>
          <a:prstGeom prst="rect">
            <a:avLst/>
          </a:prstGeom>
        </p:spPr>
      </p:pic>
      <p:pic>
        <p:nvPicPr>
          <p:cNvPr id="5" name="object 5"/>
          <p:cNvPicPr/>
          <p:nvPr/>
        </p:nvPicPr>
        <p:blipFill>
          <a:blip r:embed="rId4" cstate="print"/>
          <a:stretch>
            <a:fillRect/>
          </a:stretch>
        </p:blipFill>
        <p:spPr>
          <a:xfrm>
            <a:off x="2193640" y="7455269"/>
            <a:ext cx="1419224" cy="1266824"/>
          </a:xfrm>
          <a:prstGeom prst="rect">
            <a:avLst/>
          </a:prstGeom>
        </p:spPr>
      </p:pic>
      <p:pic>
        <p:nvPicPr>
          <p:cNvPr id="6" name="object 6"/>
          <p:cNvPicPr/>
          <p:nvPr/>
        </p:nvPicPr>
        <p:blipFill>
          <a:blip r:embed="rId5" cstate="print"/>
          <a:stretch>
            <a:fillRect/>
          </a:stretch>
        </p:blipFill>
        <p:spPr>
          <a:xfrm>
            <a:off x="2308601" y="4713710"/>
            <a:ext cx="1181099" cy="1133474"/>
          </a:xfrm>
          <a:prstGeom prst="rect">
            <a:avLst/>
          </a:prstGeom>
        </p:spPr>
      </p:pic>
      <p:sp>
        <p:nvSpPr>
          <p:cNvPr id="7" name="object 7" descr="$PPTXTitle"/>
          <p:cNvSpPr txBox="1">
            <a:spLocks noGrp="1"/>
          </p:cNvSpPr>
          <p:nvPr>
            <p:ph type="title"/>
          </p:nvPr>
        </p:nvSpPr>
        <p:spPr>
          <a:xfrm>
            <a:off x="4865582" y="1165569"/>
            <a:ext cx="8557260" cy="751488"/>
          </a:xfrm>
          <a:prstGeom prst="rect">
            <a:avLst/>
          </a:prstGeom>
        </p:spPr>
        <p:txBody>
          <a:bodyPr vert="horz" wrap="square" lIns="0" tIns="12700" rIns="0" bIns="0" rtlCol="0">
            <a:spAutoFit/>
          </a:bodyPr>
          <a:lstStyle/>
          <a:p>
            <a:pPr marL="12700">
              <a:lnSpc>
                <a:spcPct val="100000"/>
              </a:lnSpc>
              <a:spcBef>
                <a:spcPts val="100"/>
              </a:spcBef>
            </a:pPr>
            <a:r>
              <a:rPr sz="4800" spc="1015">
                <a:latin typeface="Source Sans"/>
              </a:rPr>
              <a:t>BRAND</a:t>
            </a:r>
            <a:r>
              <a:rPr sz="4800" spc="145">
                <a:latin typeface="Source Sans"/>
              </a:rPr>
              <a:t> </a:t>
            </a:r>
            <a:r>
              <a:rPr sz="4800" spc="944">
                <a:latin typeface="Source Sans"/>
              </a:rPr>
              <a:t>TYPOGRAPHY</a:t>
            </a:r>
          </a:p>
        </p:txBody>
      </p:sp>
      <p:pic>
        <p:nvPicPr>
          <p:cNvPr id="8" name="object 8"/>
          <p:cNvPicPr/>
          <p:nvPr/>
        </p:nvPicPr>
        <p:blipFill>
          <a:blip r:embed="rId6" cstate="print"/>
          <a:stretch>
            <a:fillRect/>
          </a:stretch>
        </p:blipFill>
        <p:spPr>
          <a:xfrm>
            <a:off x="4036921" y="5526897"/>
            <a:ext cx="85725" cy="85724"/>
          </a:xfrm>
          <a:prstGeom prst="rect">
            <a:avLst/>
          </a:prstGeom>
        </p:spPr>
      </p:pic>
      <p:pic>
        <p:nvPicPr>
          <p:cNvPr id="9" name="object 9"/>
          <p:cNvPicPr/>
          <p:nvPr/>
        </p:nvPicPr>
        <p:blipFill>
          <a:blip r:embed="rId6" cstate="print"/>
          <a:stretch>
            <a:fillRect/>
          </a:stretch>
        </p:blipFill>
        <p:spPr>
          <a:xfrm>
            <a:off x="4036921" y="5803122"/>
            <a:ext cx="85725" cy="85724"/>
          </a:xfrm>
          <a:prstGeom prst="rect">
            <a:avLst/>
          </a:prstGeom>
        </p:spPr>
      </p:pic>
      <p:sp>
        <p:nvSpPr>
          <p:cNvPr id="10" name="object 10"/>
          <p:cNvSpPr txBox="1"/>
          <p:nvPr/>
        </p:nvSpPr>
        <p:spPr>
          <a:xfrm>
            <a:off x="3805146" y="4455946"/>
            <a:ext cx="3493770" cy="1537335"/>
          </a:xfrm>
          <a:prstGeom prst="rect">
            <a:avLst/>
          </a:prstGeom>
        </p:spPr>
        <p:txBody>
          <a:bodyPr vert="horz" wrap="square" lIns="0" tIns="12700" rIns="0" bIns="0" rtlCol="0">
            <a:spAutoFit/>
          </a:bodyPr>
          <a:lstStyle/>
          <a:p>
            <a:pPr marL="12700">
              <a:lnSpc>
                <a:spcPct val="100000"/>
              </a:lnSpc>
              <a:spcBef>
                <a:spcPts val="100"/>
              </a:spcBef>
            </a:pPr>
            <a:r>
              <a:rPr sz="2300" spc="-235">
                <a:solidFill>
                  <a:srgbClr val="0F1C56"/>
                </a:solidFill>
                <a:latin typeface="Source Sans"/>
                <a:cs typeface="Arial Black"/>
              </a:rPr>
              <a:t>MAIN</a:t>
            </a:r>
            <a:r>
              <a:rPr sz="2300" spc="-120">
                <a:solidFill>
                  <a:srgbClr val="0F1C56"/>
                </a:solidFill>
                <a:latin typeface="Source Sans"/>
                <a:cs typeface="Arial Black"/>
              </a:rPr>
              <a:t> </a:t>
            </a:r>
            <a:r>
              <a:rPr sz="2300" spc="-55">
                <a:solidFill>
                  <a:srgbClr val="0F1C56"/>
                </a:solidFill>
                <a:latin typeface="Source Sans"/>
                <a:cs typeface="Arial Black"/>
              </a:rPr>
              <a:t>HEADINGS</a:t>
            </a:r>
            <a:endParaRPr sz="2300">
              <a:latin typeface="Source Sans"/>
              <a:cs typeface="Arial Black"/>
            </a:endParaRPr>
          </a:p>
          <a:p>
            <a:pPr>
              <a:lnSpc>
                <a:spcPct val="100000"/>
              </a:lnSpc>
              <a:spcBef>
                <a:spcPts val="1560"/>
              </a:spcBef>
            </a:pPr>
            <a:endParaRPr lang="en-US" sz="2300">
              <a:latin typeface="Source Sans"/>
              <a:cs typeface="Arial Black"/>
            </a:endParaRPr>
          </a:p>
          <a:p>
            <a:pPr marL="465455" marR="5080">
              <a:lnSpc>
                <a:spcPts val="2180"/>
              </a:lnSpc>
            </a:pPr>
            <a:r>
              <a:rPr lang="en-US" sz="2100" spc="-40">
                <a:solidFill>
                  <a:srgbClr val="3A6A94"/>
                </a:solidFill>
                <a:latin typeface="Source Sans"/>
                <a:cs typeface="Arial" panose="020B0604020202020204" pitchFamily="34" charset="0"/>
              </a:rPr>
              <a:t>Font</a:t>
            </a:r>
            <a:r>
              <a:rPr lang="en-US" sz="2100" spc="-180">
                <a:solidFill>
                  <a:srgbClr val="3A6A94"/>
                </a:solidFill>
                <a:latin typeface="Source Sans"/>
                <a:cs typeface="Arial" panose="020B0604020202020204" pitchFamily="34" charset="0"/>
              </a:rPr>
              <a:t> </a:t>
            </a:r>
            <a:r>
              <a:rPr lang="en-US" sz="2100" spc="-55" err="1">
                <a:solidFill>
                  <a:srgbClr val="3A6A94"/>
                </a:solidFill>
                <a:latin typeface="Source Sans"/>
                <a:cs typeface="Arial" panose="020B0604020202020204" pitchFamily="34" charset="0"/>
              </a:rPr>
              <a:t>name:Helvetica</a:t>
            </a:r>
            <a:r>
              <a:rPr lang="en-US" sz="2100" spc="-180">
                <a:solidFill>
                  <a:srgbClr val="3A6A94"/>
                </a:solidFill>
                <a:latin typeface="Source Sans"/>
                <a:cs typeface="Arial" panose="020B0604020202020204" pitchFamily="34" charset="0"/>
              </a:rPr>
              <a:t> </a:t>
            </a:r>
            <a:r>
              <a:rPr lang="en-US" sz="2100" spc="-35">
                <a:solidFill>
                  <a:srgbClr val="3A6A94"/>
                </a:solidFill>
                <a:latin typeface="Source Sans"/>
                <a:cs typeface="Arial" panose="020B0604020202020204" pitchFamily="34" charset="0"/>
              </a:rPr>
              <a:t>World </a:t>
            </a:r>
            <a:r>
              <a:rPr lang="en-US" sz="2100" spc="-10">
                <a:solidFill>
                  <a:srgbClr val="3A6A94"/>
                </a:solidFill>
                <a:latin typeface="Source Sans"/>
                <a:cs typeface="Arial" panose="020B0604020202020204" pitchFamily="34" charset="0"/>
              </a:rPr>
              <a:t>Size:60</a:t>
            </a:r>
            <a:endParaRPr lang="en-US" sz="2100">
              <a:latin typeface="Source Sans"/>
              <a:cs typeface="Arial" panose="020B0604020202020204" pitchFamily="34" charset="0"/>
            </a:endParaRPr>
          </a:p>
        </p:txBody>
      </p:sp>
      <p:pic>
        <p:nvPicPr>
          <p:cNvPr id="11" name="object 11"/>
          <p:cNvPicPr/>
          <p:nvPr/>
        </p:nvPicPr>
        <p:blipFill>
          <a:blip r:embed="rId6" cstate="print"/>
          <a:stretch>
            <a:fillRect/>
          </a:stretch>
        </p:blipFill>
        <p:spPr>
          <a:xfrm>
            <a:off x="12310487" y="5526897"/>
            <a:ext cx="85725" cy="85724"/>
          </a:xfrm>
          <a:prstGeom prst="rect">
            <a:avLst/>
          </a:prstGeom>
        </p:spPr>
      </p:pic>
      <p:pic>
        <p:nvPicPr>
          <p:cNvPr id="12" name="object 12"/>
          <p:cNvPicPr/>
          <p:nvPr/>
        </p:nvPicPr>
        <p:blipFill>
          <a:blip r:embed="rId6" cstate="print"/>
          <a:stretch>
            <a:fillRect/>
          </a:stretch>
        </p:blipFill>
        <p:spPr>
          <a:xfrm>
            <a:off x="12310487" y="5803122"/>
            <a:ext cx="85725" cy="85724"/>
          </a:xfrm>
          <a:prstGeom prst="rect">
            <a:avLst/>
          </a:prstGeom>
        </p:spPr>
      </p:pic>
      <p:sp>
        <p:nvSpPr>
          <p:cNvPr id="13" name="object 13"/>
          <p:cNvSpPr txBox="1"/>
          <p:nvPr/>
        </p:nvSpPr>
        <p:spPr>
          <a:xfrm>
            <a:off x="12078712" y="4455946"/>
            <a:ext cx="3537585" cy="1537335"/>
          </a:xfrm>
          <a:prstGeom prst="rect">
            <a:avLst/>
          </a:prstGeom>
        </p:spPr>
        <p:txBody>
          <a:bodyPr vert="horz" wrap="square" lIns="0" tIns="12700" rIns="0" bIns="0" rtlCol="0">
            <a:spAutoFit/>
          </a:bodyPr>
          <a:lstStyle/>
          <a:p>
            <a:pPr marL="12700">
              <a:lnSpc>
                <a:spcPct val="100000"/>
              </a:lnSpc>
              <a:spcBef>
                <a:spcPts val="100"/>
              </a:spcBef>
            </a:pPr>
            <a:r>
              <a:rPr sz="2300" spc="-240">
                <a:solidFill>
                  <a:srgbClr val="0F1C56"/>
                </a:solidFill>
                <a:latin typeface="Source Sans"/>
                <a:cs typeface="Arial Black"/>
              </a:rPr>
              <a:t>BODY</a:t>
            </a:r>
            <a:r>
              <a:rPr sz="2300" spc="-125">
                <a:solidFill>
                  <a:srgbClr val="0F1C56"/>
                </a:solidFill>
                <a:latin typeface="Source Sans"/>
                <a:cs typeface="Arial Black"/>
              </a:rPr>
              <a:t> </a:t>
            </a:r>
            <a:r>
              <a:rPr sz="2300" spc="-70">
                <a:solidFill>
                  <a:srgbClr val="0F1C56"/>
                </a:solidFill>
                <a:latin typeface="Source Sans"/>
                <a:cs typeface="Arial Black"/>
              </a:rPr>
              <a:t>CONTEXT</a:t>
            </a:r>
            <a:endParaRPr sz="2300">
              <a:latin typeface="Source Sans"/>
              <a:cs typeface="Arial Black"/>
            </a:endParaRPr>
          </a:p>
          <a:p>
            <a:pPr>
              <a:lnSpc>
                <a:spcPct val="100000"/>
              </a:lnSpc>
              <a:spcBef>
                <a:spcPts val="1560"/>
              </a:spcBef>
            </a:pPr>
            <a:endParaRPr sz="2300">
              <a:latin typeface="Source Sans"/>
              <a:cs typeface="Arial Black"/>
            </a:endParaRPr>
          </a:p>
          <a:p>
            <a:pPr marL="465455" marR="5080">
              <a:lnSpc>
                <a:spcPts val="2180"/>
              </a:lnSpc>
            </a:pPr>
            <a:r>
              <a:rPr sz="2100" spc="-40">
                <a:solidFill>
                  <a:srgbClr val="3A6A94"/>
                </a:solidFill>
                <a:latin typeface="Source Sans"/>
                <a:cs typeface="Arial" panose="020B0604020202020204" pitchFamily="34" charset="0"/>
              </a:rPr>
              <a:t>Font</a:t>
            </a:r>
            <a:r>
              <a:rPr sz="2100" spc="-190">
                <a:solidFill>
                  <a:srgbClr val="3A6A94"/>
                </a:solidFill>
                <a:latin typeface="Source Sans"/>
                <a:cs typeface="Arial" panose="020B0604020202020204" pitchFamily="34" charset="0"/>
              </a:rPr>
              <a:t> </a:t>
            </a:r>
            <a:r>
              <a:rPr sz="2100" spc="-70">
                <a:solidFill>
                  <a:srgbClr val="3A6A94"/>
                </a:solidFill>
                <a:latin typeface="Source Sans"/>
                <a:cs typeface="Arial" panose="020B0604020202020204" pitchFamily="34" charset="0"/>
              </a:rPr>
              <a:t>name:Source</a:t>
            </a:r>
            <a:r>
              <a:rPr sz="2100" spc="-190">
                <a:solidFill>
                  <a:srgbClr val="3A6A94"/>
                </a:solidFill>
                <a:latin typeface="Source Sans"/>
                <a:cs typeface="Arial" panose="020B0604020202020204" pitchFamily="34" charset="0"/>
              </a:rPr>
              <a:t> </a:t>
            </a:r>
            <a:r>
              <a:rPr sz="2100" spc="-60">
                <a:solidFill>
                  <a:srgbClr val="3A6A94"/>
                </a:solidFill>
                <a:latin typeface="Source Sans"/>
                <a:cs typeface="Arial" panose="020B0604020202020204" pitchFamily="34" charset="0"/>
              </a:rPr>
              <a:t>Sans</a:t>
            </a:r>
            <a:r>
              <a:rPr sz="2100" spc="-190">
                <a:solidFill>
                  <a:srgbClr val="3A6A94"/>
                </a:solidFill>
                <a:latin typeface="Source Sans"/>
                <a:cs typeface="Arial" panose="020B0604020202020204" pitchFamily="34" charset="0"/>
              </a:rPr>
              <a:t> </a:t>
            </a:r>
            <a:r>
              <a:rPr sz="2100" spc="-25">
                <a:solidFill>
                  <a:srgbClr val="3A6A94"/>
                </a:solidFill>
                <a:latin typeface="Source Sans"/>
                <a:cs typeface="Arial" panose="020B0604020202020204" pitchFamily="34" charset="0"/>
              </a:rPr>
              <a:t>Pro </a:t>
            </a:r>
            <a:r>
              <a:rPr sz="2100" spc="-10">
                <a:solidFill>
                  <a:srgbClr val="3A6A94"/>
                </a:solidFill>
                <a:latin typeface="Source Sans"/>
                <a:cs typeface="Arial" panose="020B0604020202020204" pitchFamily="34" charset="0"/>
              </a:rPr>
              <a:t>Size:21</a:t>
            </a:r>
            <a:endParaRPr sz="2100">
              <a:latin typeface="Source Sans"/>
              <a:cs typeface="Arial" panose="020B0604020202020204" pitchFamily="34" charset="0"/>
            </a:endParaRPr>
          </a:p>
        </p:txBody>
      </p:sp>
      <p:pic>
        <p:nvPicPr>
          <p:cNvPr id="14" name="object 14"/>
          <p:cNvPicPr/>
          <p:nvPr/>
        </p:nvPicPr>
        <p:blipFill>
          <a:blip r:embed="rId6" cstate="print"/>
          <a:stretch>
            <a:fillRect/>
          </a:stretch>
        </p:blipFill>
        <p:spPr>
          <a:xfrm>
            <a:off x="4036921" y="8311332"/>
            <a:ext cx="85725" cy="85724"/>
          </a:xfrm>
          <a:prstGeom prst="rect">
            <a:avLst/>
          </a:prstGeom>
        </p:spPr>
      </p:pic>
      <p:pic>
        <p:nvPicPr>
          <p:cNvPr id="15" name="object 15"/>
          <p:cNvPicPr/>
          <p:nvPr/>
        </p:nvPicPr>
        <p:blipFill>
          <a:blip r:embed="rId6" cstate="print"/>
          <a:stretch>
            <a:fillRect/>
          </a:stretch>
        </p:blipFill>
        <p:spPr>
          <a:xfrm>
            <a:off x="4036921" y="8587557"/>
            <a:ext cx="85725" cy="85724"/>
          </a:xfrm>
          <a:prstGeom prst="rect">
            <a:avLst/>
          </a:prstGeom>
        </p:spPr>
      </p:pic>
      <p:sp>
        <p:nvSpPr>
          <p:cNvPr id="16" name="object 16"/>
          <p:cNvSpPr txBox="1"/>
          <p:nvPr/>
        </p:nvSpPr>
        <p:spPr>
          <a:xfrm>
            <a:off x="3805146" y="7240381"/>
            <a:ext cx="2564130" cy="1537335"/>
          </a:xfrm>
          <a:prstGeom prst="rect">
            <a:avLst/>
          </a:prstGeom>
        </p:spPr>
        <p:txBody>
          <a:bodyPr vert="horz" wrap="square" lIns="0" tIns="12700" rIns="0" bIns="0" rtlCol="0">
            <a:spAutoFit/>
          </a:bodyPr>
          <a:lstStyle/>
          <a:p>
            <a:pPr marL="12700">
              <a:lnSpc>
                <a:spcPct val="100000"/>
              </a:lnSpc>
              <a:spcBef>
                <a:spcPts val="100"/>
              </a:spcBef>
            </a:pPr>
            <a:r>
              <a:rPr sz="2300" spc="-155">
                <a:solidFill>
                  <a:srgbClr val="0F1C56"/>
                </a:solidFill>
                <a:latin typeface="Source Sans"/>
                <a:cs typeface="Arial Black"/>
              </a:rPr>
              <a:t>SUB-</a:t>
            </a:r>
            <a:r>
              <a:rPr sz="2300" spc="-45">
                <a:solidFill>
                  <a:srgbClr val="0F1C56"/>
                </a:solidFill>
                <a:latin typeface="Source Sans"/>
                <a:cs typeface="Arial Black"/>
              </a:rPr>
              <a:t>HEADING</a:t>
            </a:r>
            <a:endParaRPr sz="2300">
              <a:latin typeface="Source Sans"/>
              <a:cs typeface="Arial Black"/>
            </a:endParaRPr>
          </a:p>
          <a:p>
            <a:pPr>
              <a:lnSpc>
                <a:spcPct val="100000"/>
              </a:lnSpc>
              <a:spcBef>
                <a:spcPts val="1560"/>
              </a:spcBef>
            </a:pPr>
            <a:endParaRPr sz="2300">
              <a:latin typeface="Source Sans"/>
              <a:cs typeface="Arial Black"/>
            </a:endParaRPr>
          </a:p>
          <a:p>
            <a:pPr marL="519430" marR="5080" indent="-53975">
              <a:lnSpc>
                <a:spcPts val="2180"/>
              </a:lnSpc>
            </a:pPr>
            <a:r>
              <a:rPr sz="2100" spc="-70" err="1">
                <a:solidFill>
                  <a:srgbClr val="3A6A94"/>
                </a:solidFill>
                <a:latin typeface="Source Sans"/>
                <a:cs typeface="Arial" panose="020B0604020202020204" pitchFamily="34" charset="0"/>
              </a:rPr>
              <a:t>Name:</a:t>
            </a:r>
            <a:r>
              <a:rPr lang="en-US" sz="2100" spc="-70" err="1">
                <a:solidFill>
                  <a:srgbClr val="3A6A94"/>
                </a:solidFill>
                <a:latin typeface="Source Sans"/>
                <a:cs typeface="Arial" panose="020B0604020202020204" pitchFamily="34" charset="0"/>
              </a:rPr>
              <a:t>Source</a:t>
            </a:r>
            <a:r>
              <a:rPr sz="2100" spc="-170">
                <a:solidFill>
                  <a:srgbClr val="3A6A94"/>
                </a:solidFill>
                <a:latin typeface="Source Sans"/>
                <a:cs typeface="Arial" panose="020B0604020202020204" pitchFamily="34" charset="0"/>
              </a:rPr>
              <a:t> </a:t>
            </a:r>
            <a:r>
              <a:rPr sz="2100" spc="-45">
                <a:solidFill>
                  <a:srgbClr val="3A6A94"/>
                </a:solidFill>
                <a:latin typeface="Source Sans"/>
                <a:cs typeface="Arial" panose="020B0604020202020204" pitchFamily="34" charset="0"/>
              </a:rPr>
              <a:t>Sans </a:t>
            </a:r>
            <a:r>
              <a:rPr sz="2100" spc="-10">
                <a:solidFill>
                  <a:srgbClr val="3A6A94"/>
                </a:solidFill>
                <a:latin typeface="Source Sans"/>
                <a:cs typeface="Arial" panose="020B0604020202020204" pitchFamily="34" charset="0"/>
              </a:rPr>
              <a:t>Size:23</a:t>
            </a:r>
            <a:endParaRPr sz="2100">
              <a:latin typeface="Source Sans"/>
              <a:cs typeface="Arial" panose="020B0604020202020204" pitchFamily="34" charset="0"/>
            </a:endParaRPr>
          </a:p>
        </p:txBody>
      </p:sp>
      <p:pic>
        <p:nvPicPr>
          <p:cNvPr id="17" name="object 17"/>
          <p:cNvPicPr/>
          <p:nvPr/>
        </p:nvPicPr>
        <p:blipFill>
          <a:blip r:embed="rId6" cstate="print"/>
          <a:stretch>
            <a:fillRect/>
          </a:stretch>
        </p:blipFill>
        <p:spPr>
          <a:xfrm>
            <a:off x="12310487" y="8311332"/>
            <a:ext cx="85725" cy="85724"/>
          </a:xfrm>
          <a:prstGeom prst="rect">
            <a:avLst/>
          </a:prstGeom>
        </p:spPr>
      </p:pic>
      <p:pic>
        <p:nvPicPr>
          <p:cNvPr id="18" name="object 18"/>
          <p:cNvPicPr/>
          <p:nvPr/>
        </p:nvPicPr>
        <p:blipFill>
          <a:blip r:embed="rId6" cstate="print"/>
          <a:stretch>
            <a:fillRect/>
          </a:stretch>
        </p:blipFill>
        <p:spPr>
          <a:xfrm>
            <a:off x="12310487" y="8587557"/>
            <a:ext cx="85725" cy="85724"/>
          </a:xfrm>
          <a:prstGeom prst="rect">
            <a:avLst/>
          </a:prstGeom>
        </p:spPr>
      </p:pic>
      <p:sp>
        <p:nvSpPr>
          <p:cNvPr id="19" name="object 19"/>
          <p:cNvSpPr txBox="1"/>
          <p:nvPr/>
        </p:nvSpPr>
        <p:spPr>
          <a:xfrm>
            <a:off x="12078712" y="7240381"/>
            <a:ext cx="3092450" cy="1537335"/>
          </a:xfrm>
          <a:prstGeom prst="rect">
            <a:avLst/>
          </a:prstGeom>
        </p:spPr>
        <p:txBody>
          <a:bodyPr vert="horz" wrap="square" lIns="0" tIns="12700" rIns="0" bIns="0" rtlCol="0">
            <a:spAutoFit/>
          </a:bodyPr>
          <a:lstStyle/>
          <a:p>
            <a:pPr marL="12700">
              <a:lnSpc>
                <a:spcPct val="100000"/>
              </a:lnSpc>
              <a:spcBef>
                <a:spcPts val="100"/>
              </a:spcBef>
            </a:pPr>
            <a:r>
              <a:rPr sz="2300" spc="-270">
                <a:solidFill>
                  <a:srgbClr val="0F1C56"/>
                </a:solidFill>
                <a:latin typeface="Source Sans"/>
                <a:cs typeface="Arial Black"/>
              </a:rPr>
              <a:t>ALTERNATIVE</a:t>
            </a:r>
            <a:endParaRPr sz="2300">
              <a:latin typeface="Source Sans"/>
              <a:cs typeface="Arial Black"/>
            </a:endParaRPr>
          </a:p>
          <a:p>
            <a:pPr>
              <a:lnSpc>
                <a:spcPct val="100000"/>
              </a:lnSpc>
              <a:spcBef>
                <a:spcPts val="1560"/>
              </a:spcBef>
            </a:pPr>
            <a:endParaRPr sz="2300">
              <a:latin typeface="Source Sans"/>
              <a:cs typeface="Arial Black"/>
            </a:endParaRPr>
          </a:p>
          <a:p>
            <a:pPr marL="465455" marR="5080">
              <a:lnSpc>
                <a:spcPts val="2180"/>
              </a:lnSpc>
            </a:pPr>
            <a:r>
              <a:rPr sz="2100" spc="-40">
                <a:solidFill>
                  <a:srgbClr val="3A6A94"/>
                </a:solidFill>
                <a:latin typeface="Source Sans"/>
                <a:cs typeface="Arial" panose="020B0604020202020204" pitchFamily="34" charset="0"/>
              </a:rPr>
              <a:t>Font</a:t>
            </a:r>
            <a:r>
              <a:rPr sz="2100" spc="-175">
                <a:solidFill>
                  <a:srgbClr val="3A6A94"/>
                </a:solidFill>
                <a:latin typeface="Source Sans"/>
                <a:cs typeface="Arial" panose="020B0604020202020204" pitchFamily="34" charset="0"/>
              </a:rPr>
              <a:t> </a:t>
            </a:r>
            <a:r>
              <a:rPr sz="2100" spc="-70">
                <a:solidFill>
                  <a:srgbClr val="3A6A94"/>
                </a:solidFill>
                <a:latin typeface="Source Sans"/>
                <a:cs typeface="Arial" panose="020B0604020202020204" pitchFamily="34" charset="0"/>
              </a:rPr>
              <a:t>name:Chunky</a:t>
            </a:r>
            <a:r>
              <a:rPr sz="2100" spc="-170">
                <a:solidFill>
                  <a:srgbClr val="3A6A94"/>
                </a:solidFill>
                <a:latin typeface="Source Sans"/>
                <a:cs typeface="Arial" panose="020B0604020202020204" pitchFamily="34" charset="0"/>
              </a:rPr>
              <a:t> </a:t>
            </a:r>
            <a:r>
              <a:rPr sz="2100" spc="-35">
                <a:solidFill>
                  <a:srgbClr val="3A6A94"/>
                </a:solidFill>
                <a:latin typeface="Source Sans"/>
                <a:cs typeface="Arial" panose="020B0604020202020204" pitchFamily="34" charset="0"/>
              </a:rPr>
              <a:t>Five </a:t>
            </a:r>
            <a:r>
              <a:rPr sz="2100" spc="-10">
                <a:solidFill>
                  <a:srgbClr val="3A6A94"/>
                </a:solidFill>
                <a:latin typeface="Source Sans"/>
                <a:cs typeface="Arial" panose="020B0604020202020204" pitchFamily="34" charset="0"/>
              </a:rPr>
              <a:t>Size:60</a:t>
            </a:r>
            <a:endParaRPr sz="2100">
              <a:latin typeface="Source Sans"/>
              <a:cs typeface="Arial" panose="020B0604020202020204" pitchFamily="34" charset="0"/>
            </a:endParaRPr>
          </a:p>
        </p:txBody>
      </p:sp>
      <p:sp>
        <p:nvSpPr>
          <p:cNvPr id="20" name="object 20"/>
          <p:cNvSpPr txBox="1"/>
          <p:nvPr/>
        </p:nvSpPr>
        <p:spPr>
          <a:xfrm>
            <a:off x="1951684" y="530529"/>
            <a:ext cx="1475105" cy="911225"/>
          </a:xfrm>
          <a:prstGeom prst="rect">
            <a:avLst/>
          </a:prstGeom>
        </p:spPr>
        <p:txBody>
          <a:bodyPr vert="horz" wrap="square" lIns="0" tIns="12700" rIns="0" bIns="0" rtlCol="0">
            <a:spAutoFit/>
          </a:bodyPr>
          <a:lstStyle/>
          <a:p>
            <a:pPr marL="12700" marR="5080">
              <a:lnSpc>
                <a:spcPct val="113999"/>
              </a:lnSpc>
              <a:spcBef>
                <a:spcPts val="100"/>
              </a:spcBef>
            </a:pPr>
            <a:r>
              <a:rPr sz="1700" spc="-10">
                <a:solidFill>
                  <a:srgbClr val="FFFFFF"/>
                </a:solidFill>
                <a:latin typeface="Source Sans"/>
                <a:cs typeface="Tahoma"/>
              </a:rPr>
              <a:t>Information </a:t>
            </a:r>
            <a:r>
              <a:rPr sz="1700" spc="-25">
                <a:solidFill>
                  <a:srgbClr val="FFFFFF"/>
                </a:solidFill>
                <a:latin typeface="Source Sans"/>
                <a:cs typeface="Tahoma"/>
              </a:rPr>
              <a:t>Communication </a:t>
            </a:r>
            <a:r>
              <a:rPr sz="1700" spc="-10">
                <a:solidFill>
                  <a:srgbClr val="FFFFFF"/>
                </a:solidFill>
                <a:latin typeface="Source Sans"/>
                <a:cs typeface="Tahoma"/>
              </a:rPr>
              <a:t>Technology</a:t>
            </a:r>
            <a:endParaRPr sz="1700">
              <a:latin typeface="Source Sans"/>
              <a:cs typeface="Tahoma"/>
            </a:endParaRPr>
          </a:p>
        </p:txBody>
      </p:sp>
      <p:pic>
        <p:nvPicPr>
          <p:cNvPr id="21" name="object 21"/>
          <p:cNvPicPr/>
          <p:nvPr/>
        </p:nvPicPr>
        <p:blipFill>
          <a:blip r:embed="rId7" cstate="print"/>
          <a:stretch>
            <a:fillRect/>
          </a:stretch>
        </p:blipFill>
        <p:spPr>
          <a:xfrm>
            <a:off x="15674334" y="0"/>
            <a:ext cx="2609849" cy="2581274"/>
          </a:xfrm>
          <a:prstGeom prst="rect">
            <a:avLst/>
          </a:prstGeom>
        </p:spPr>
      </p:pic>
      <p:pic>
        <p:nvPicPr>
          <p:cNvPr id="22" name="object 22"/>
          <p:cNvPicPr/>
          <p:nvPr/>
        </p:nvPicPr>
        <p:blipFill>
          <a:blip r:embed="rId8" cstate="print"/>
          <a:stretch>
            <a:fillRect/>
          </a:stretch>
        </p:blipFill>
        <p:spPr>
          <a:xfrm>
            <a:off x="705546" y="504475"/>
            <a:ext cx="1095375" cy="9429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8000" cy="10286998"/>
            </a:xfrm>
            <a:prstGeom prst="rect">
              <a:avLst/>
            </a:prstGeom>
          </p:spPr>
        </p:pic>
        <p:sp>
          <p:nvSpPr>
            <p:cNvPr id="4" name="object 4"/>
            <p:cNvSpPr/>
            <p:nvPr/>
          </p:nvSpPr>
          <p:spPr>
            <a:xfrm>
              <a:off x="0" y="0"/>
              <a:ext cx="18288000" cy="4733925"/>
            </a:xfrm>
            <a:custGeom>
              <a:avLst/>
              <a:gdLst/>
              <a:ahLst/>
              <a:cxnLst/>
              <a:rect l="l" t="t" r="r" b="b"/>
              <a:pathLst>
                <a:path w="18288000" h="4733925">
                  <a:moveTo>
                    <a:pt x="18287999" y="4733508"/>
                  </a:moveTo>
                  <a:lnTo>
                    <a:pt x="0" y="4733508"/>
                  </a:lnTo>
                  <a:lnTo>
                    <a:pt x="0" y="0"/>
                  </a:lnTo>
                  <a:lnTo>
                    <a:pt x="18287999" y="0"/>
                  </a:lnTo>
                  <a:lnTo>
                    <a:pt x="18287999" y="4733508"/>
                  </a:lnTo>
                  <a:close/>
                </a:path>
              </a:pathLst>
            </a:custGeom>
            <a:solidFill>
              <a:srgbClr val="0097B1"/>
            </a:solidFill>
          </p:spPr>
          <p:txBody>
            <a:bodyPr wrap="square" lIns="0" tIns="0" rIns="0" bIns="0" rtlCol="0"/>
            <a:lstStyle/>
            <a:p>
              <a:endParaRPr/>
            </a:p>
          </p:txBody>
        </p:sp>
        <p:pic>
          <p:nvPicPr>
            <p:cNvPr id="5" name="object 5"/>
            <p:cNvPicPr/>
            <p:nvPr/>
          </p:nvPicPr>
          <p:blipFill>
            <a:blip r:embed="rId3" cstate="print"/>
            <a:stretch>
              <a:fillRect/>
            </a:stretch>
          </p:blipFill>
          <p:spPr>
            <a:xfrm>
              <a:off x="1028699" y="3439764"/>
              <a:ext cx="5017305" cy="6153844"/>
            </a:xfrm>
            <a:prstGeom prst="rect">
              <a:avLst/>
            </a:prstGeom>
          </p:spPr>
        </p:pic>
        <p:pic>
          <p:nvPicPr>
            <p:cNvPr id="6" name="object 6"/>
            <p:cNvPicPr/>
            <p:nvPr/>
          </p:nvPicPr>
          <p:blipFill>
            <a:blip r:embed="rId4" cstate="print"/>
            <a:stretch>
              <a:fillRect/>
            </a:stretch>
          </p:blipFill>
          <p:spPr>
            <a:xfrm>
              <a:off x="6635346" y="3439764"/>
              <a:ext cx="5017305" cy="6153844"/>
            </a:xfrm>
            <a:prstGeom prst="rect">
              <a:avLst/>
            </a:prstGeom>
          </p:spPr>
        </p:pic>
        <p:pic>
          <p:nvPicPr>
            <p:cNvPr id="7" name="object 7"/>
            <p:cNvPicPr/>
            <p:nvPr/>
          </p:nvPicPr>
          <p:blipFill>
            <a:blip r:embed="rId5" cstate="print"/>
            <a:stretch>
              <a:fillRect/>
            </a:stretch>
          </p:blipFill>
          <p:spPr>
            <a:xfrm>
              <a:off x="12241993" y="3439764"/>
              <a:ext cx="5017305" cy="6153844"/>
            </a:xfrm>
            <a:prstGeom prst="rect">
              <a:avLst/>
            </a:prstGeom>
          </p:spPr>
        </p:pic>
        <p:pic>
          <p:nvPicPr>
            <p:cNvPr id="8" name="object 8"/>
            <p:cNvPicPr/>
            <p:nvPr/>
          </p:nvPicPr>
          <p:blipFill>
            <a:blip r:embed="rId6" cstate="print"/>
            <a:stretch>
              <a:fillRect/>
            </a:stretch>
          </p:blipFill>
          <p:spPr>
            <a:xfrm>
              <a:off x="15674334" y="0"/>
              <a:ext cx="2609849" cy="2581274"/>
            </a:xfrm>
            <a:prstGeom prst="rect">
              <a:avLst/>
            </a:prstGeom>
          </p:spPr>
        </p:pic>
        <p:pic>
          <p:nvPicPr>
            <p:cNvPr id="9" name="object 9"/>
            <p:cNvPicPr/>
            <p:nvPr/>
          </p:nvPicPr>
          <p:blipFill>
            <a:blip r:embed="rId7" cstate="print"/>
            <a:stretch>
              <a:fillRect/>
            </a:stretch>
          </p:blipFill>
          <p:spPr>
            <a:xfrm>
              <a:off x="693695" y="607377"/>
              <a:ext cx="1095374" cy="828674"/>
            </a:xfrm>
            <a:prstGeom prst="rect">
              <a:avLst/>
            </a:prstGeom>
          </p:spPr>
        </p:pic>
        <p:sp>
          <p:nvSpPr>
            <p:cNvPr id="10" name="object 10"/>
            <p:cNvSpPr/>
            <p:nvPr/>
          </p:nvSpPr>
          <p:spPr>
            <a:xfrm>
              <a:off x="4159880" y="2477967"/>
              <a:ext cx="2537460" cy="2537460"/>
            </a:xfrm>
            <a:custGeom>
              <a:avLst/>
              <a:gdLst/>
              <a:ahLst/>
              <a:cxnLst/>
              <a:rect l="l" t="t" r="r" b="b"/>
              <a:pathLst>
                <a:path w="2537459" h="2537460">
                  <a:moveTo>
                    <a:pt x="1514948" y="349591"/>
                  </a:moveTo>
                  <a:lnTo>
                    <a:pt x="1022408" y="349591"/>
                  </a:lnTo>
                  <a:lnTo>
                    <a:pt x="1268677" y="0"/>
                  </a:lnTo>
                  <a:lnTo>
                    <a:pt x="1514948" y="349591"/>
                  </a:lnTo>
                  <a:close/>
                </a:path>
                <a:path w="2537459" h="2537460">
                  <a:moveTo>
                    <a:pt x="634338" y="2367384"/>
                  </a:moveTo>
                  <a:lnTo>
                    <a:pt x="595858" y="1941497"/>
                  </a:lnTo>
                  <a:lnTo>
                    <a:pt x="169970" y="1903017"/>
                  </a:lnTo>
                  <a:lnTo>
                    <a:pt x="349591" y="1514948"/>
                  </a:lnTo>
                  <a:lnTo>
                    <a:pt x="0" y="1268678"/>
                  </a:lnTo>
                  <a:lnTo>
                    <a:pt x="349591" y="1022407"/>
                  </a:lnTo>
                  <a:lnTo>
                    <a:pt x="169970" y="634339"/>
                  </a:lnTo>
                  <a:lnTo>
                    <a:pt x="595858" y="595858"/>
                  </a:lnTo>
                  <a:lnTo>
                    <a:pt x="634338" y="169970"/>
                  </a:lnTo>
                  <a:lnTo>
                    <a:pt x="1022408" y="349591"/>
                  </a:lnTo>
                  <a:lnTo>
                    <a:pt x="1919246" y="349591"/>
                  </a:lnTo>
                  <a:lnTo>
                    <a:pt x="1941497" y="595858"/>
                  </a:lnTo>
                  <a:lnTo>
                    <a:pt x="2367385" y="634339"/>
                  </a:lnTo>
                  <a:lnTo>
                    <a:pt x="2187763" y="1022407"/>
                  </a:lnTo>
                  <a:lnTo>
                    <a:pt x="2537356" y="1268678"/>
                  </a:lnTo>
                  <a:lnTo>
                    <a:pt x="2187763" y="1514948"/>
                  </a:lnTo>
                  <a:lnTo>
                    <a:pt x="2367385" y="1903017"/>
                  </a:lnTo>
                  <a:lnTo>
                    <a:pt x="1941497" y="1941497"/>
                  </a:lnTo>
                  <a:lnTo>
                    <a:pt x="1919246" y="2187764"/>
                  </a:lnTo>
                  <a:lnTo>
                    <a:pt x="1022408" y="2187764"/>
                  </a:lnTo>
                  <a:lnTo>
                    <a:pt x="634338" y="2367384"/>
                  </a:lnTo>
                  <a:close/>
                </a:path>
                <a:path w="2537459" h="2537460">
                  <a:moveTo>
                    <a:pt x="1919246" y="349591"/>
                  </a:moveTo>
                  <a:lnTo>
                    <a:pt x="1514948" y="349591"/>
                  </a:lnTo>
                  <a:lnTo>
                    <a:pt x="1903017" y="169970"/>
                  </a:lnTo>
                  <a:lnTo>
                    <a:pt x="1919246" y="349591"/>
                  </a:lnTo>
                  <a:close/>
                </a:path>
                <a:path w="2537459" h="2537460">
                  <a:moveTo>
                    <a:pt x="1268677" y="2537356"/>
                  </a:moveTo>
                  <a:lnTo>
                    <a:pt x="1022408" y="2187764"/>
                  </a:lnTo>
                  <a:lnTo>
                    <a:pt x="1514948" y="2187764"/>
                  </a:lnTo>
                  <a:lnTo>
                    <a:pt x="1268677" y="2537356"/>
                  </a:lnTo>
                  <a:close/>
                </a:path>
                <a:path w="2537459" h="2537460">
                  <a:moveTo>
                    <a:pt x="1903017" y="2367384"/>
                  </a:moveTo>
                  <a:lnTo>
                    <a:pt x="1514948" y="2187764"/>
                  </a:lnTo>
                  <a:lnTo>
                    <a:pt x="1919246" y="2187764"/>
                  </a:lnTo>
                  <a:lnTo>
                    <a:pt x="1903017" y="2367384"/>
                  </a:lnTo>
                  <a:close/>
                </a:path>
              </a:pathLst>
            </a:custGeom>
            <a:solidFill>
              <a:srgbClr val="FFFFFF"/>
            </a:solidFill>
          </p:spPr>
          <p:txBody>
            <a:bodyPr wrap="square" lIns="0" tIns="0" rIns="0" bIns="0" rtlCol="0"/>
            <a:lstStyle/>
            <a:p>
              <a:endParaRPr/>
            </a:p>
          </p:txBody>
        </p:sp>
      </p:grpSp>
      <p:sp>
        <p:nvSpPr>
          <p:cNvPr id="11" name="object 11" descr="$PPTXTitle"/>
          <p:cNvSpPr txBox="1">
            <a:spLocks noGrp="1"/>
          </p:cNvSpPr>
          <p:nvPr>
            <p:ph type="title"/>
          </p:nvPr>
        </p:nvSpPr>
        <p:spPr>
          <a:xfrm>
            <a:off x="6393798" y="1672245"/>
            <a:ext cx="5500370" cy="689932"/>
          </a:xfrm>
          <a:prstGeom prst="rect">
            <a:avLst/>
          </a:prstGeom>
        </p:spPr>
        <p:txBody>
          <a:bodyPr vert="horz" wrap="square" lIns="0" tIns="12700" rIns="0" bIns="0" rtlCol="0">
            <a:spAutoFit/>
          </a:bodyPr>
          <a:lstStyle/>
          <a:p>
            <a:pPr marL="12700">
              <a:lnSpc>
                <a:spcPct val="100000"/>
              </a:lnSpc>
              <a:spcBef>
                <a:spcPts val="100"/>
              </a:spcBef>
            </a:pPr>
            <a:r>
              <a:rPr sz="4400" spc="615">
                <a:latin typeface="Aptos Slab Black" panose="020B0004020202020204" pitchFamily="34" charset="0"/>
                <a:ea typeface="Segoe UI Black" panose="020B0A02040204020203" pitchFamily="34" charset="0"/>
              </a:rPr>
              <a:t>OUR</a:t>
            </a:r>
            <a:r>
              <a:rPr sz="4400" spc="135">
                <a:latin typeface="Aptos Slab Black" panose="020B0004020202020204" pitchFamily="34" charset="0"/>
                <a:ea typeface="Segoe UI Black" panose="020B0A02040204020203" pitchFamily="34" charset="0"/>
              </a:rPr>
              <a:t> </a:t>
            </a:r>
            <a:r>
              <a:rPr sz="4400" spc="765">
                <a:latin typeface="Aptos Slab Black" panose="020B0004020202020204" pitchFamily="34" charset="0"/>
                <a:ea typeface="Segoe UI Black" panose="020B0A02040204020203" pitchFamily="34" charset="0"/>
              </a:rPr>
              <a:t>PRODUCTS</a:t>
            </a:r>
            <a:endParaRPr sz="4400">
              <a:latin typeface="Aptos Slab Black" panose="020B0004020202020204" pitchFamily="34" charset="0"/>
              <a:ea typeface="Segoe UI Black" panose="020B0A02040204020203" pitchFamily="34" charset="0"/>
            </a:endParaRPr>
          </a:p>
        </p:txBody>
      </p:sp>
      <p:sp>
        <p:nvSpPr>
          <p:cNvPr id="12" name="object 12"/>
          <p:cNvSpPr txBox="1"/>
          <p:nvPr/>
        </p:nvSpPr>
        <p:spPr>
          <a:xfrm>
            <a:off x="1951684" y="530529"/>
            <a:ext cx="1475105" cy="911225"/>
          </a:xfrm>
          <a:prstGeom prst="rect">
            <a:avLst/>
          </a:prstGeom>
        </p:spPr>
        <p:txBody>
          <a:bodyPr vert="horz" wrap="square" lIns="0" tIns="12700" rIns="0" bIns="0" rtlCol="0">
            <a:spAutoFit/>
          </a:bodyPr>
          <a:lstStyle/>
          <a:p>
            <a:pPr marL="12700" marR="5080">
              <a:lnSpc>
                <a:spcPct val="113999"/>
              </a:lnSpc>
              <a:spcBef>
                <a:spcPts val="100"/>
              </a:spcBef>
            </a:pPr>
            <a:r>
              <a:rPr sz="1700" spc="-10">
                <a:solidFill>
                  <a:srgbClr val="FFFFFF"/>
                </a:solidFill>
                <a:latin typeface="Tahoma"/>
                <a:cs typeface="Tahoma"/>
              </a:rPr>
              <a:t>Information </a:t>
            </a:r>
            <a:r>
              <a:rPr sz="1700" spc="-25">
                <a:solidFill>
                  <a:srgbClr val="FFFFFF"/>
                </a:solidFill>
                <a:latin typeface="Tahoma"/>
                <a:cs typeface="Tahoma"/>
              </a:rPr>
              <a:t>Communication </a:t>
            </a:r>
            <a:r>
              <a:rPr sz="1700" spc="-10">
                <a:solidFill>
                  <a:srgbClr val="FFFFFF"/>
                </a:solidFill>
                <a:latin typeface="Tahoma"/>
                <a:cs typeface="Tahoma"/>
              </a:rPr>
              <a:t>Technology</a:t>
            </a:r>
            <a:endParaRPr sz="1700">
              <a:latin typeface="Tahoma"/>
              <a:cs typeface="Tahoma"/>
            </a:endParaRPr>
          </a:p>
        </p:txBody>
      </p:sp>
      <p:grpSp>
        <p:nvGrpSpPr>
          <p:cNvPr id="13" name="object 13"/>
          <p:cNvGrpSpPr/>
          <p:nvPr/>
        </p:nvGrpSpPr>
        <p:grpSpPr>
          <a:xfrm>
            <a:off x="9916686" y="2477967"/>
            <a:ext cx="8329295" cy="2678430"/>
            <a:chOff x="9916686" y="2477967"/>
            <a:chExt cx="8329295" cy="2678430"/>
          </a:xfrm>
        </p:grpSpPr>
        <p:sp>
          <p:nvSpPr>
            <p:cNvPr id="14" name="object 14"/>
            <p:cNvSpPr/>
            <p:nvPr/>
          </p:nvSpPr>
          <p:spPr>
            <a:xfrm>
              <a:off x="9916686" y="2477967"/>
              <a:ext cx="2537460" cy="2537460"/>
            </a:xfrm>
            <a:custGeom>
              <a:avLst/>
              <a:gdLst/>
              <a:ahLst/>
              <a:cxnLst/>
              <a:rect l="l" t="t" r="r" b="b"/>
              <a:pathLst>
                <a:path w="2537459" h="2537460">
                  <a:moveTo>
                    <a:pt x="1514948" y="349591"/>
                  </a:moveTo>
                  <a:lnTo>
                    <a:pt x="1022407" y="349591"/>
                  </a:lnTo>
                  <a:lnTo>
                    <a:pt x="1268678" y="0"/>
                  </a:lnTo>
                  <a:lnTo>
                    <a:pt x="1514948" y="349591"/>
                  </a:lnTo>
                  <a:close/>
                </a:path>
                <a:path w="2537459" h="2537460">
                  <a:moveTo>
                    <a:pt x="634339" y="2367384"/>
                  </a:moveTo>
                  <a:lnTo>
                    <a:pt x="595858" y="1941497"/>
                  </a:lnTo>
                  <a:lnTo>
                    <a:pt x="169970" y="1903017"/>
                  </a:lnTo>
                  <a:lnTo>
                    <a:pt x="349591" y="1514948"/>
                  </a:lnTo>
                  <a:lnTo>
                    <a:pt x="0" y="1268678"/>
                  </a:lnTo>
                  <a:lnTo>
                    <a:pt x="349591" y="1022407"/>
                  </a:lnTo>
                  <a:lnTo>
                    <a:pt x="169970" y="634339"/>
                  </a:lnTo>
                  <a:lnTo>
                    <a:pt x="595858" y="595858"/>
                  </a:lnTo>
                  <a:lnTo>
                    <a:pt x="634339" y="169970"/>
                  </a:lnTo>
                  <a:lnTo>
                    <a:pt x="1022407" y="349591"/>
                  </a:lnTo>
                  <a:lnTo>
                    <a:pt x="1919246" y="349591"/>
                  </a:lnTo>
                  <a:lnTo>
                    <a:pt x="1941497" y="595858"/>
                  </a:lnTo>
                  <a:lnTo>
                    <a:pt x="2367385" y="634339"/>
                  </a:lnTo>
                  <a:lnTo>
                    <a:pt x="2187764" y="1022407"/>
                  </a:lnTo>
                  <a:lnTo>
                    <a:pt x="2537356" y="1268678"/>
                  </a:lnTo>
                  <a:lnTo>
                    <a:pt x="2187764" y="1514948"/>
                  </a:lnTo>
                  <a:lnTo>
                    <a:pt x="2367385" y="1903017"/>
                  </a:lnTo>
                  <a:lnTo>
                    <a:pt x="1941497" y="1941497"/>
                  </a:lnTo>
                  <a:lnTo>
                    <a:pt x="1919247" y="2187764"/>
                  </a:lnTo>
                  <a:lnTo>
                    <a:pt x="1022407" y="2187764"/>
                  </a:lnTo>
                  <a:lnTo>
                    <a:pt x="634339" y="2367384"/>
                  </a:lnTo>
                  <a:close/>
                </a:path>
                <a:path w="2537459" h="2537460">
                  <a:moveTo>
                    <a:pt x="1919246" y="349591"/>
                  </a:moveTo>
                  <a:lnTo>
                    <a:pt x="1514948" y="349591"/>
                  </a:lnTo>
                  <a:lnTo>
                    <a:pt x="1903017" y="169970"/>
                  </a:lnTo>
                  <a:lnTo>
                    <a:pt x="1919246" y="349591"/>
                  </a:lnTo>
                  <a:close/>
                </a:path>
                <a:path w="2537459" h="2537460">
                  <a:moveTo>
                    <a:pt x="1268678" y="2537356"/>
                  </a:moveTo>
                  <a:lnTo>
                    <a:pt x="1022407" y="2187764"/>
                  </a:lnTo>
                  <a:lnTo>
                    <a:pt x="1514948" y="2187764"/>
                  </a:lnTo>
                  <a:lnTo>
                    <a:pt x="1268678" y="2537356"/>
                  </a:lnTo>
                  <a:close/>
                </a:path>
                <a:path w="2537459" h="2537460">
                  <a:moveTo>
                    <a:pt x="1903017" y="2367384"/>
                  </a:moveTo>
                  <a:lnTo>
                    <a:pt x="1514948" y="2187764"/>
                  </a:lnTo>
                  <a:lnTo>
                    <a:pt x="1919247" y="2187764"/>
                  </a:lnTo>
                  <a:lnTo>
                    <a:pt x="1903017" y="2367384"/>
                  </a:lnTo>
                  <a:close/>
                </a:path>
              </a:pathLst>
            </a:custGeom>
            <a:solidFill>
              <a:srgbClr val="FDFDFD"/>
            </a:solidFill>
          </p:spPr>
          <p:txBody>
            <a:bodyPr wrap="square" lIns="0" tIns="0" rIns="0" bIns="0" rtlCol="0"/>
            <a:lstStyle/>
            <a:p>
              <a:endParaRPr/>
            </a:p>
          </p:txBody>
        </p:sp>
        <p:sp>
          <p:nvSpPr>
            <p:cNvPr id="15" name="object 15"/>
            <p:cNvSpPr/>
            <p:nvPr/>
          </p:nvSpPr>
          <p:spPr>
            <a:xfrm>
              <a:off x="15674334" y="2585151"/>
              <a:ext cx="2571115" cy="2571115"/>
            </a:xfrm>
            <a:custGeom>
              <a:avLst/>
              <a:gdLst/>
              <a:ahLst/>
              <a:cxnLst/>
              <a:rect l="l" t="t" r="r" b="b"/>
              <a:pathLst>
                <a:path w="2571115" h="2571115">
                  <a:moveTo>
                    <a:pt x="1535083" y="354237"/>
                  </a:moveTo>
                  <a:lnTo>
                    <a:pt x="1035997" y="354237"/>
                  </a:lnTo>
                  <a:lnTo>
                    <a:pt x="1285540" y="0"/>
                  </a:lnTo>
                  <a:lnTo>
                    <a:pt x="1535083" y="354237"/>
                  </a:lnTo>
                  <a:close/>
                </a:path>
                <a:path w="2571115" h="2571115">
                  <a:moveTo>
                    <a:pt x="642769" y="2398849"/>
                  </a:moveTo>
                  <a:lnTo>
                    <a:pt x="603778" y="1967301"/>
                  </a:lnTo>
                  <a:lnTo>
                    <a:pt x="172230" y="1928309"/>
                  </a:lnTo>
                  <a:lnTo>
                    <a:pt x="354238" y="1535083"/>
                  </a:lnTo>
                  <a:lnTo>
                    <a:pt x="0" y="1285539"/>
                  </a:lnTo>
                  <a:lnTo>
                    <a:pt x="354238" y="1035996"/>
                  </a:lnTo>
                  <a:lnTo>
                    <a:pt x="172230" y="642769"/>
                  </a:lnTo>
                  <a:lnTo>
                    <a:pt x="603778" y="603778"/>
                  </a:lnTo>
                  <a:lnTo>
                    <a:pt x="642769" y="172229"/>
                  </a:lnTo>
                  <a:lnTo>
                    <a:pt x="1035997" y="354237"/>
                  </a:lnTo>
                  <a:lnTo>
                    <a:pt x="1944755" y="354237"/>
                  </a:lnTo>
                  <a:lnTo>
                    <a:pt x="1967302" y="603778"/>
                  </a:lnTo>
                  <a:lnTo>
                    <a:pt x="2398849" y="642769"/>
                  </a:lnTo>
                  <a:lnTo>
                    <a:pt x="2216841" y="1035996"/>
                  </a:lnTo>
                  <a:lnTo>
                    <a:pt x="2571079" y="1285539"/>
                  </a:lnTo>
                  <a:lnTo>
                    <a:pt x="2216841" y="1535083"/>
                  </a:lnTo>
                  <a:lnTo>
                    <a:pt x="2398849" y="1928309"/>
                  </a:lnTo>
                  <a:lnTo>
                    <a:pt x="1967302" y="1967301"/>
                  </a:lnTo>
                  <a:lnTo>
                    <a:pt x="1944755" y="2216841"/>
                  </a:lnTo>
                  <a:lnTo>
                    <a:pt x="1035997" y="2216841"/>
                  </a:lnTo>
                  <a:lnTo>
                    <a:pt x="642769" y="2398849"/>
                  </a:lnTo>
                  <a:close/>
                </a:path>
                <a:path w="2571115" h="2571115">
                  <a:moveTo>
                    <a:pt x="1944755" y="354237"/>
                  </a:moveTo>
                  <a:lnTo>
                    <a:pt x="1535083" y="354237"/>
                  </a:lnTo>
                  <a:lnTo>
                    <a:pt x="1928309" y="172229"/>
                  </a:lnTo>
                  <a:lnTo>
                    <a:pt x="1944755" y="354237"/>
                  </a:lnTo>
                  <a:close/>
                </a:path>
                <a:path w="2571115" h="2571115">
                  <a:moveTo>
                    <a:pt x="1285540" y="2571079"/>
                  </a:moveTo>
                  <a:lnTo>
                    <a:pt x="1035997" y="2216841"/>
                  </a:lnTo>
                  <a:lnTo>
                    <a:pt x="1535083" y="2216841"/>
                  </a:lnTo>
                  <a:lnTo>
                    <a:pt x="1285540" y="2571079"/>
                  </a:lnTo>
                  <a:close/>
                </a:path>
                <a:path w="2571115" h="2571115">
                  <a:moveTo>
                    <a:pt x="1928309" y="2398849"/>
                  </a:moveTo>
                  <a:lnTo>
                    <a:pt x="1535083" y="2216841"/>
                  </a:lnTo>
                  <a:lnTo>
                    <a:pt x="1944755" y="2216841"/>
                  </a:lnTo>
                  <a:lnTo>
                    <a:pt x="1928309" y="2398849"/>
                  </a:lnTo>
                  <a:close/>
                </a:path>
              </a:pathLst>
            </a:custGeom>
            <a:solidFill>
              <a:srgbClr val="FFFFFF"/>
            </a:solidFill>
          </p:spPr>
          <p:txBody>
            <a:bodyPr wrap="square" lIns="0" tIns="0" rIns="0" bIns="0" rtlCol="0"/>
            <a:lstStyle/>
            <a:p>
              <a:endParaRPr/>
            </a:p>
          </p:txBody>
        </p:sp>
      </p:grpSp>
      <p:sp>
        <p:nvSpPr>
          <p:cNvPr id="16" name="object 16"/>
          <p:cNvSpPr txBox="1"/>
          <p:nvPr/>
        </p:nvSpPr>
        <p:spPr>
          <a:xfrm>
            <a:off x="4983211" y="3070681"/>
            <a:ext cx="840105" cy="989245"/>
          </a:xfrm>
          <a:prstGeom prst="rect">
            <a:avLst/>
          </a:prstGeom>
        </p:spPr>
        <p:txBody>
          <a:bodyPr vert="horz" wrap="square" lIns="0" tIns="12700" rIns="0" bIns="0" rtlCol="0">
            <a:spAutoFit/>
          </a:bodyPr>
          <a:lstStyle/>
          <a:p>
            <a:pPr marL="69850" marR="62230" indent="-70485" algn="ctr">
              <a:lnSpc>
                <a:spcPct val="116500"/>
              </a:lnSpc>
              <a:spcBef>
                <a:spcPts val="100"/>
              </a:spcBef>
            </a:pPr>
            <a:r>
              <a:rPr spc="175">
                <a:solidFill>
                  <a:srgbClr val="FF741F"/>
                </a:solidFill>
                <a:latin typeface="Arial" panose="020B0604020202020204" pitchFamily="34" charset="0"/>
                <a:cs typeface="Arial" panose="020B0604020202020204" pitchFamily="34" charset="0"/>
              </a:rPr>
              <a:t>For </a:t>
            </a:r>
            <a:r>
              <a:rPr spc="210">
                <a:solidFill>
                  <a:srgbClr val="FF741F"/>
                </a:solidFill>
                <a:latin typeface="Arial" panose="020B0604020202020204" pitchFamily="34" charset="0"/>
                <a:cs typeface="Arial" panose="020B0604020202020204" pitchFamily="34" charset="0"/>
              </a:rPr>
              <a:t>R250</a:t>
            </a:r>
            <a:endParaRPr>
              <a:latin typeface="Arial" panose="020B0604020202020204" pitchFamily="34" charset="0"/>
              <a:cs typeface="Arial" panose="020B0604020202020204" pitchFamily="34" charset="0"/>
            </a:endParaRPr>
          </a:p>
          <a:p>
            <a:pPr algn="ctr">
              <a:lnSpc>
                <a:spcPct val="100000"/>
              </a:lnSpc>
              <a:spcBef>
                <a:spcPts val="434"/>
              </a:spcBef>
            </a:pPr>
            <a:r>
              <a:rPr spc="125">
                <a:solidFill>
                  <a:srgbClr val="FF741F"/>
                </a:solidFill>
                <a:latin typeface="Arial" panose="020B0604020202020204" pitchFamily="34" charset="0"/>
                <a:cs typeface="Arial" panose="020B0604020202020204" pitchFamily="34" charset="0"/>
              </a:rPr>
              <a:t>Only!!</a:t>
            </a:r>
            <a:endParaRPr>
              <a:latin typeface="Arial" panose="020B0604020202020204" pitchFamily="34" charset="0"/>
              <a:cs typeface="Arial" panose="020B0604020202020204" pitchFamily="34" charset="0"/>
            </a:endParaRPr>
          </a:p>
        </p:txBody>
      </p:sp>
      <p:sp>
        <p:nvSpPr>
          <p:cNvPr id="17" name="object 17"/>
          <p:cNvSpPr txBox="1"/>
          <p:nvPr/>
        </p:nvSpPr>
        <p:spPr>
          <a:xfrm>
            <a:off x="10765341" y="3070681"/>
            <a:ext cx="840105" cy="1050800"/>
          </a:xfrm>
          <a:prstGeom prst="rect">
            <a:avLst/>
          </a:prstGeom>
        </p:spPr>
        <p:txBody>
          <a:bodyPr vert="horz" wrap="square" lIns="0" tIns="12700" rIns="0" bIns="0" rtlCol="0">
            <a:spAutoFit/>
          </a:bodyPr>
          <a:lstStyle/>
          <a:p>
            <a:pPr marL="66675" marR="59055" indent="-70485" algn="ctr">
              <a:lnSpc>
                <a:spcPct val="116500"/>
              </a:lnSpc>
              <a:spcBef>
                <a:spcPts val="100"/>
              </a:spcBef>
            </a:pPr>
            <a:r>
              <a:rPr spc="175">
                <a:solidFill>
                  <a:srgbClr val="FF741F"/>
                </a:solidFill>
                <a:latin typeface="Arial" panose="020B0604020202020204" pitchFamily="34" charset="0"/>
                <a:cs typeface="Arial" panose="020B0604020202020204" pitchFamily="34" charset="0"/>
              </a:rPr>
              <a:t>For </a:t>
            </a:r>
            <a:r>
              <a:rPr spc="225">
                <a:solidFill>
                  <a:srgbClr val="FF741F"/>
                </a:solidFill>
                <a:latin typeface="Arial" panose="020B0604020202020204" pitchFamily="34" charset="0"/>
                <a:cs typeface="Arial" panose="020B0604020202020204" pitchFamily="34" charset="0"/>
              </a:rPr>
              <a:t>R200</a:t>
            </a:r>
            <a:endParaRPr>
              <a:latin typeface="Arial" panose="020B0604020202020204" pitchFamily="34" charset="0"/>
              <a:cs typeface="Arial" panose="020B0604020202020204" pitchFamily="34" charset="0"/>
            </a:endParaRPr>
          </a:p>
          <a:p>
            <a:pPr algn="ctr">
              <a:lnSpc>
                <a:spcPct val="100000"/>
              </a:lnSpc>
              <a:spcBef>
                <a:spcPts val="434"/>
              </a:spcBef>
            </a:pPr>
            <a:r>
              <a:rPr spc="125">
                <a:solidFill>
                  <a:srgbClr val="FF741F"/>
                </a:solidFill>
                <a:latin typeface="Arial" panose="020B0604020202020204" pitchFamily="34" charset="0"/>
                <a:cs typeface="Arial" panose="020B0604020202020204" pitchFamily="34" charset="0"/>
              </a:rPr>
              <a:t>Only!</a:t>
            </a:r>
            <a:r>
              <a:rPr sz="2200" spc="125">
                <a:solidFill>
                  <a:srgbClr val="FF741F"/>
                </a:solidFill>
                <a:latin typeface="Calibri"/>
                <a:cs typeface="Calibri"/>
              </a:rPr>
              <a:t>!</a:t>
            </a:r>
            <a:endParaRPr sz="2200">
              <a:latin typeface="Calibri"/>
              <a:cs typeface="Calibri"/>
            </a:endParaRPr>
          </a:p>
        </p:txBody>
      </p:sp>
      <p:sp>
        <p:nvSpPr>
          <p:cNvPr id="18" name="object 18"/>
          <p:cNvSpPr txBox="1"/>
          <p:nvPr/>
        </p:nvSpPr>
        <p:spPr>
          <a:xfrm>
            <a:off x="16524889" y="3070681"/>
            <a:ext cx="840105" cy="989245"/>
          </a:xfrm>
          <a:prstGeom prst="rect">
            <a:avLst/>
          </a:prstGeom>
        </p:spPr>
        <p:txBody>
          <a:bodyPr vert="horz" wrap="square" lIns="0" tIns="12700" rIns="0" bIns="0" rtlCol="0">
            <a:spAutoFit/>
          </a:bodyPr>
          <a:lstStyle/>
          <a:p>
            <a:pPr marL="83185" marR="75565" indent="-70485" algn="ctr">
              <a:lnSpc>
                <a:spcPct val="116500"/>
              </a:lnSpc>
              <a:spcBef>
                <a:spcPts val="100"/>
              </a:spcBef>
            </a:pPr>
            <a:r>
              <a:rPr spc="175">
                <a:solidFill>
                  <a:srgbClr val="FF741F"/>
                </a:solidFill>
                <a:latin typeface="Arial" panose="020B0604020202020204" pitchFamily="34" charset="0"/>
                <a:cs typeface="Arial" panose="020B0604020202020204" pitchFamily="34" charset="0"/>
              </a:rPr>
              <a:t>For </a:t>
            </a:r>
            <a:r>
              <a:rPr spc="160">
                <a:solidFill>
                  <a:srgbClr val="FF741F"/>
                </a:solidFill>
                <a:latin typeface="Arial" panose="020B0604020202020204" pitchFamily="34" charset="0"/>
                <a:cs typeface="Arial" panose="020B0604020202020204" pitchFamily="34" charset="0"/>
              </a:rPr>
              <a:t>R150</a:t>
            </a:r>
            <a:endParaRPr>
              <a:latin typeface="Arial" panose="020B0604020202020204" pitchFamily="34" charset="0"/>
              <a:cs typeface="Arial" panose="020B0604020202020204" pitchFamily="34" charset="0"/>
            </a:endParaRPr>
          </a:p>
          <a:p>
            <a:pPr algn="ctr">
              <a:lnSpc>
                <a:spcPct val="100000"/>
              </a:lnSpc>
              <a:spcBef>
                <a:spcPts val="434"/>
              </a:spcBef>
            </a:pPr>
            <a:r>
              <a:rPr spc="125">
                <a:solidFill>
                  <a:srgbClr val="FF741F"/>
                </a:solidFill>
                <a:latin typeface="Arial" panose="020B0604020202020204" pitchFamily="34" charset="0"/>
                <a:cs typeface="Arial" panose="020B0604020202020204" pitchFamily="34" charset="0"/>
              </a:rPr>
              <a:t>Only!!</a:t>
            </a:r>
            <a:endParaRPr>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8000" cy="10286998"/>
            </a:xfrm>
            <a:prstGeom prst="rect">
              <a:avLst/>
            </a:prstGeom>
          </p:spPr>
        </p:pic>
        <p:sp>
          <p:nvSpPr>
            <p:cNvPr id="4" name="object 4"/>
            <p:cNvSpPr/>
            <p:nvPr/>
          </p:nvSpPr>
          <p:spPr>
            <a:xfrm>
              <a:off x="0" y="0"/>
              <a:ext cx="18288000" cy="4733925"/>
            </a:xfrm>
            <a:custGeom>
              <a:avLst/>
              <a:gdLst/>
              <a:ahLst/>
              <a:cxnLst/>
              <a:rect l="l" t="t" r="r" b="b"/>
              <a:pathLst>
                <a:path w="18288000" h="4733925">
                  <a:moveTo>
                    <a:pt x="18287999" y="4733508"/>
                  </a:moveTo>
                  <a:lnTo>
                    <a:pt x="0" y="4733508"/>
                  </a:lnTo>
                  <a:lnTo>
                    <a:pt x="0" y="0"/>
                  </a:lnTo>
                  <a:lnTo>
                    <a:pt x="18287999" y="0"/>
                  </a:lnTo>
                  <a:lnTo>
                    <a:pt x="18287999" y="4733508"/>
                  </a:lnTo>
                  <a:close/>
                </a:path>
              </a:pathLst>
            </a:custGeom>
            <a:solidFill>
              <a:srgbClr val="0F1C56"/>
            </a:solidFill>
          </p:spPr>
          <p:txBody>
            <a:bodyPr wrap="square" lIns="0" tIns="0" rIns="0" bIns="0" rtlCol="0"/>
            <a:lstStyle/>
            <a:p>
              <a:endParaRPr/>
            </a:p>
          </p:txBody>
        </p:sp>
        <p:pic>
          <p:nvPicPr>
            <p:cNvPr id="5" name="object 5"/>
            <p:cNvPicPr/>
            <p:nvPr/>
          </p:nvPicPr>
          <p:blipFill>
            <a:blip r:embed="rId3" cstate="print"/>
            <a:stretch>
              <a:fillRect/>
            </a:stretch>
          </p:blipFill>
          <p:spPr>
            <a:xfrm>
              <a:off x="1028699" y="3439764"/>
              <a:ext cx="5017305" cy="6153844"/>
            </a:xfrm>
            <a:prstGeom prst="rect">
              <a:avLst/>
            </a:prstGeom>
          </p:spPr>
        </p:pic>
        <p:pic>
          <p:nvPicPr>
            <p:cNvPr id="6" name="object 6"/>
            <p:cNvPicPr/>
            <p:nvPr/>
          </p:nvPicPr>
          <p:blipFill>
            <a:blip r:embed="rId4" cstate="print"/>
            <a:stretch>
              <a:fillRect/>
            </a:stretch>
          </p:blipFill>
          <p:spPr>
            <a:xfrm>
              <a:off x="6635346" y="3439764"/>
              <a:ext cx="5017305" cy="6153844"/>
            </a:xfrm>
            <a:prstGeom prst="rect">
              <a:avLst/>
            </a:prstGeom>
          </p:spPr>
        </p:pic>
        <p:pic>
          <p:nvPicPr>
            <p:cNvPr id="7" name="object 7"/>
            <p:cNvPicPr/>
            <p:nvPr/>
          </p:nvPicPr>
          <p:blipFill>
            <a:blip r:embed="rId5" cstate="print"/>
            <a:stretch>
              <a:fillRect/>
            </a:stretch>
          </p:blipFill>
          <p:spPr>
            <a:xfrm>
              <a:off x="12241993" y="3439764"/>
              <a:ext cx="5017305" cy="6153844"/>
            </a:xfrm>
            <a:prstGeom prst="rect">
              <a:avLst/>
            </a:prstGeom>
          </p:spPr>
        </p:pic>
        <p:pic>
          <p:nvPicPr>
            <p:cNvPr id="8" name="object 8"/>
            <p:cNvPicPr/>
            <p:nvPr/>
          </p:nvPicPr>
          <p:blipFill>
            <a:blip r:embed="rId6" cstate="print"/>
            <a:stretch>
              <a:fillRect/>
            </a:stretch>
          </p:blipFill>
          <p:spPr>
            <a:xfrm>
              <a:off x="15674334" y="0"/>
              <a:ext cx="2609849" cy="2581274"/>
            </a:xfrm>
            <a:prstGeom prst="rect">
              <a:avLst/>
            </a:prstGeom>
          </p:spPr>
        </p:pic>
        <p:pic>
          <p:nvPicPr>
            <p:cNvPr id="9" name="object 9"/>
            <p:cNvPicPr/>
            <p:nvPr/>
          </p:nvPicPr>
          <p:blipFill>
            <a:blip r:embed="rId7" cstate="print"/>
            <a:stretch>
              <a:fillRect/>
            </a:stretch>
          </p:blipFill>
          <p:spPr>
            <a:xfrm>
              <a:off x="693695" y="607377"/>
              <a:ext cx="1095374" cy="828674"/>
            </a:xfrm>
            <a:prstGeom prst="rect">
              <a:avLst/>
            </a:prstGeom>
          </p:spPr>
        </p:pic>
      </p:grpSp>
      <p:sp>
        <p:nvSpPr>
          <p:cNvPr id="10" name="object 10" descr="$PPTXTitle"/>
          <p:cNvSpPr txBox="1">
            <a:spLocks noGrp="1"/>
          </p:cNvSpPr>
          <p:nvPr>
            <p:ph type="title"/>
          </p:nvPr>
        </p:nvSpPr>
        <p:spPr>
          <a:xfrm>
            <a:off x="6393798" y="1672245"/>
            <a:ext cx="5500370" cy="628377"/>
          </a:xfrm>
          <a:prstGeom prst="rect">
            <a:avLst/>
          </a:prstGeom>
        </p:spPr>
        <p:txBody>
          <a:bodyPr vert="horz" wrap="square" lIns="0" tIns="12700" rIns="0" bIns="0" rtlCol="0">
            <a:spAutoFit/>
          </a:bodyPr>
          <a:lstStyle/>
          <a:p>
            <a:pPr marL="12700">
              <a:lnSpc>
                <a:spcPct val="100000"/>
              </a:lnSpc>
              <a:spcBef>
                <a:spcPts val="100"/>
              </a:spcBef>
            </a:pPr>
            <a:r>
              <a:rPr sz="4000" spc="615">
                <a:latin typeface="Aptos Slab Black" panose="020B0004020202020204" pitchFamily="34" charset="0"/>
                <a:ea typeface="Segoe UI Black" panose="020B0A02040204020203" pitchFamily="34" charset="0"/>
              </a:rPr>
              <a:t>OUR</a:t>
            </a:r>
            <a:r>
              <a:rPr sz="4000" spc="135">
                <a:latin typeface="Aptos Slab Black" panose="020B0004020202020204" pitchFamily="34" charset="0"/>
                <a:ea typeface="Segoe UI Black" panose="020B0A02040204020203" pitchFamily="34" charset="0"/>
              </a:rPr>
              <a:t> </a:t>
            </a:r>
            <a:r>
              <a:rPr sz="4000" spc="765">
                <a:latin typeface="Aptos Slab Black" panose="020B0004020202020204" pitchFamily="34" charset="0"/>
                <a:ea typeface="Segoe UI Black" panose="020B0A02040204020203" pitchFamily="34" charset="0"/>
              </a:rPr>
              <a:t>PRODUCTS</a:t>
            </a:r>
            <a:endParaRPr sz="4000">
              <a:latin typeface="Aptos Slab Black" panose="020B0004020202020204" pitchFamily="34" charset="0"/>
              <a:ea typeface="Segoe UI Black" panose="020B0A02040204020203" pitchFamily="34" charset="0"/>
            </a:endParaRPr>
          </a:p>
        </p:txBody>
      </p:sp>
      <p:sp>
        <p:nvSpPr>
          <p:cNvPr id="11" name="object 11"/>
          <p:cNvSpPr txBox="1"/>
          <p:nvPr/>
        </p:nvSpPr>
        <p:spPr>
          <a:xfrm>
            <a:off x="1951684" y="530529"/>
            <a:ext cx="1475105" cy="911225"/>
          </a:xfrm>
          <a:prstGeom prst="rect">
            <a:avLst/>
          </a:prstGeom>
        </p:spPr>
        <p:txBody>
          <a:bodyPr vert="horz" wrap="square" lIns="0" tIns="12700" rIns="0" bIns="0" rtlCol="0">
            <a:spAutoFit/>
          </a:bodyPr>
          <a:lstStyle/>
          <a:p>
            <a:pPr marL="12700" marR="5080">
              <a:lnSpc>
                <a:spcPct val="113999"/>
              </a:lnSpc>
              <a:spcBef>
                <a:spcPts val="100"/>
              </a:spcBef>
            </a:pPr>
            <a:r>
              <a:rPr sz="1700" spc="-10">
                <a:solidFill>
                  <a:srgbClr val="FFFFFF"/>
                </a:solidFill>
                <a:latin typeface="Tahoma"/>
                <a:cs typeface="Tahoma"/>
              </a:rPr>
              <a:t>Information </a:t>
            </a:r>
            <a:r>
              <a:rPr sz="1700" spc="-25">
                <a:solidFill>
                  <a:srgbClr val="FFFFFF"/>
                </a:solidFill>
                <a:latin typeface="Tahoma"/>
                <a:cs typeface="Tahoma"/>
              </a:rPr>
              <a:t>Communication </a:t>
            </a:r>
            <a:r>
              <a:rPr sz="1700" spc="-10">
                <a:solidFill>
                  <a:srgbClr val="FFFFFF"/>
                </a:solidFill>
                <a:latin typeface="Tahoma"/>
                <a:cs typeface="Tahoma"/>
              </a:rPr>
              <a:t>Technology</a:t>
            </a:r>
            <a:endParaRPr sz="1700">
              <a:latin typeface="Tahoma"/>
              <a:cs typeface="Tahoma"/>
            </a:endParaRPr>
          </a:p>
        </p:txBody>
      </p:sp>
      <p:sp>
        <p:nvSpPr>
          <p:cNvPr id="12" name="object 12"/>
          <p:cNvSpPr/>
          <p:nvPr/>
        </p:nvSpPr>
        <p:spPr>
          <a:xfrm>
            <a:off x="4426572" y="2171089"/>
            <a:ext cx="13519150" cy="2844800"/>
          </a:xfrm>
          <a:custGeom>
            <a:avLst/>
            <a:gdLst/>
            <a:ahLst/>
            <a:cxnLst/>
            <a:rect l="l" t="t" r="r" b="b"/>
            <a:pathLst>
              <a:path w="13519150" h="2844800">
                <a:moveTo>
                  <a:pt x="2537358" y="1575562"/>
                </a:moveTo>
                <a:lnTo>
                  <a:pt x="2187765" y="1329296"/>
                </a:lnTo>
                <a:lnTo>
                  <a:pt x="2367381" y="941222"/>
                </a:lnTo>
                <a:lnTo>
                  <a:pt x="1941499" y="902741"/>
                </a:lnTo>
                <a:lnTo>
                  <a:pt x="1919249" y="656475"/>
                </a:lnTo>
                <a:lnTo>
                  <a:pt x="1903018" y="476859"/>
                </a:lnTo>
                <a:lnTo>
                  <a:pt x="1514944" y="656475"/>
                </a:lnTo>
                <a:lnTo>
                  <a:pt x="1268679" y="306882"/>
                </a:lnTo>
                <a:lnTo>
                  <a:pt x="1022413" y="656475"/>
                </a:lnTo>
                <a:lnTo>
                  <a:pt x="634339" y="476859"/>
                </a:lnTo>
                <a:lnTo>
                  <a:pt x="595858" y="902741"/>
                </a:lnTo>
                <a:lnTo>
                  <a:pt x="169976" y="941222"/>
                </a:lnTo>
                <a:lnTo>
                  <a:pt x="349592" y="1329296"/>
                </a:lnTo>
                <a:lnTo>
                  <a:pt x="0" y="1575562"/>
                </a:lnTo>
                <a:lnTo>
                  <a:pt x="349592" y="1821827"/>
                </a:lnTo>
                <a:lnTo>
                  <a:pt x="169976" y="2209901"/>
                </a:lnTo>
                <a:lnTo>
                  <a:pt x="595858" y="2248382"/>
                </a:lnTo>
                <a:lnTo>
                  <a:pt x="634339" y="2674264"/>
                </a:lnTo>
                <a:lnTo>
                  <a:pt x="1022413" y="2494648"/>
                </a:lnTo>
                <a:lnTo>
                  <a:pt x="1268679" y="2844241"/>
                </a:lnTo>
                <a:lnTo>
                  <a:pt x="1514944" y="2494648"/>
                </a:lnTo>
                <a:lnTo>
                  <a:pt x="1903018" y="2674264"/>
                </a:lnTo>
                <a:lnTo>
                  <a:pt x="1919249" y="2494648"/>
                </a:lnTo>
                <a:lnTo>
                  <a:pt x="1941499" y="2248382"/>
                </a:lnTo>
                <a:lnTo>
                  <a:pt x="2367381" y="2209901"/>
                </a:lnTo>
                <a:lnTo>
                  <a:pt x="2187765" y="1821827"/>
                </a:lnTo>
                <a:lnTo>
                  <a:pt x="2537358" y="1575562"/>
                </a:lnTo>
                <a:close/>
              </a:path>
              <a:path w="13519150" h="2844800">
                <a:moveTo>
                  <a:pt x="8027467" y="1575562"/>
                </a:moveTo>
                <a:lnTo>
                  <a:pt x="7677874" y="1329296"/>
                </a:lnTo>
                <a:lnTo>
                  <a:pt x="7857490" y="941222"/>
                </a:lnTo>
                <a:lnTo>
                  <a:pt x="7431608" y="902741"/>
                </a:lnTo>
                <a:lnTo>
                  <a:pt x="7409358" y="656475"/>
                </a:lnTo>
                <a:lnTo>
                  <a:pt x="7393127" y="476859"/>
                </a:lnTo>
                <a:lnTo>
                  <a:pt x="7005053" y="656475"/>
                </a:lnTo>
                <a:lnTo>
                  <a:pt x="6758787" y="306882"/>
                </a:lnTo>
                <a:lnTo>
                  <a:pt x="6512509" y="656475"/>
                </a:lnTo>
                <a:lnTo>
                  <a:pt x="6124448" y="476859"/>
                </a:lnTo>
                <a:lnTo>
                  <a:pt x="6085967" y="902741"/>
                </a:lnTo>
                <a:lnTo>
                  <a:pt x="5660072" y="941222"/>
                </a:lnTo>
                <a:lnTo>
                  <a:pt x="5839701" y="1329296"/>
                </a:lnTo>
                <a:lnTo>
                  <a:pt x="5490108" y="1575562"/>
                </a:lnTo>
                <a:lnTo>
                  <a:pt x="5839701" y="1821827"/>
                </a:lnTo>
                <a:lnTo>
                  <a:pt x="5660072" y="2209901"/>
                </a:lnTo>
                <a:lnTo>
                  <a:pt x="6085967" y="2248382"/>
                </a:lnTo>
                <a:lnTo>
                  <a:pt x="6124448" y="2674264"/>
                </a:lnTo>
                <a:lnTo>
                  <a:pt x="6512509" y="2494648"/>
                </a:lnTo>
                <a:lnTo>
                  <a:pt x="6758787" y="2844241"/>
                </a:lnTo>
                <a:lnTo>
                  <a:pt x="7005053" y="2494648"/>
                </a:lnTo>
                <a:lnTo>
                  <a:pt x="7393127" y="2674264"/>
                </a:lnTo>
                <a:lnTo>
                  <a:pt x="7409358" y="2494648"/>
                </a:lnTo>
                <a:lnTo>
                  <a:pt x="7431608" y="2248382"/>
                </a:lnTo>
                <a:lnTo>
                  <a:pt x="7857490" y="2209901"/>
                </a:lnTo>
                <a:lnTo>
                  <a:pt x="7677874" y="1821827"/>
                </a:lnTo>
                <a:lnTo>
                  <a:pt x="8027467" y="1575562"/>
                </a:lnTo>
                <a:close/>
              </a:path>
              <a:path w="13519150" h="2844800">
                <a:moveTo>
                  <a:pt x="13518566" y="1268679"/>
                </a:moveTo>
                <a:lnTo>
                  <a:pt x="13168973" y="1022413"/>
                </a:lnTo>
                <a:lnTo>
                  <a:pt x="13348589" y="634339"/>
                </a:lnTo>
                <a:lnTo>
                  <a:pt x="12922707" y="595858"/>
                </a:lnTo>
                <a:lnTo>
                  <a:pt x="12900457" y="349592"/>
                </a:lnTo>
                <a:lnTo>
                  <a:pt x="12884226" y="169976"/>
                </a:lnTo>
                <a:lnTo>
                  <a:pt x="12496152" y="349592"/>
                </a:lnTo>
                <a:lnTo>
                  <a:pt x="12249887" y="0"/>
                </a:lnTo>
                <a:lnTo>
                  <a:pt x="12003608" y="349592"/>
                </a:lnTo>
                <a:lnTo>
                  <a:pt x="11615547" y="169976"/>
                </a:lnTo>
                <a:lnTo>
                  <a:pt x="11577066" y="595858"/>
                </a:lnTo>
                <a:lnTo>
                  <a:pt x="11151172" y="634339"/>
                </a:lnTo>
                <a:lnTo>
                  <a:pt x="11330800" y="1022413"/>
                </a:lnTo>
                <a:lnTo>
                  <a:pt x="10981207" y="1268679"/>
                </a:lnTo>
                <a:lnTo>
                  <a:pt x="11330800" y="1514944"/>
                </a:lnTo>
                <a:lnTo>
                  <a:pt x="11151172" y="1903018"/>
                </a:lnTo>
                <a:lnTo>
                  <a:pt x="11577066" y="1941499"/>
                </a:lnTo>
                <a:lnTo>
                  <a:pt x="11615547" y="2367381"/>
                </a:lnTo>
                <a:lnTo>
                  <a:pt x="12003608" y="2187765"/>
                </a:lnTo>
                <a:lnTo>
                  <a:pt x="12249887" y="2537358"/>
                </a:lnTo>
                <a:lnTo>
                  <a:pt x="12496152" y="2187765"/>
                </a:lnTo>
                <a:lnTo>
                  <a:pt x="12884226" y="2367381"/>
                </a:lnTo>
                <a:lnTo>
                  <a:pt x="12900457" y="2187765"/>
                </a:lnTo>
                <a:lnTo>
                  <a:pt x="12922707" y="1941499"/>
                </a:lnTo>
                <a:lnTo>
                  <a:pt x="13348589" y="1903018"/>
                </a:lnTo>
                <a:lnTo>
                  <a:pt x="13168973" y="1514944"/>
                </a:lnTo>
                <a:lnTo>
                  <a:pt x="13518566" y="1268679"/>
                </a:lnTo>
                <a:close/>
              </a:path>
            </a:pathLst>
          </a:custGeom>
          <a:solidFill>
            <a:srgbClr val="FDFDFD"/>
          </a:solidFill>
        </p:spPr>
        <p:txBody>
          <a:bodyPr wrap="square" lIns="0" tIns="0" rIns="0" bIns="0" rtlCol="0"/>
          <a:lstStyle/>
          <a:p>
            <a:endParaRPr/>
          </a:p>
        </p:txBody>
      </p:sp>
      <p:sp>
        <p:nvSpPr>
          <p:cNvPr id="13" name="object 13"/>
          <p:cNvSpPr txBox="1"/>
          <p:nvPr/>
        </p:nvSpPr>
        <p:spPr>
          <a:xfrm>
            <a:off x="5162977" y="3070681"/>
            <a:ext cx="840105" cy="989245"/>
          </a:xfrm>
          <a:prstGeom prst="rect">
            <a:avLst/>
          </a:prstGeom>
        </p:spPr>
        <p:txBody>
          <a:bodyPr vert="horz" wrap="square" lIns="0" tIns="12700" rIns="0" bIns="0" rtlCol="0">
            <a:spAutoFit/>
          </a:bodyPr>
          <a:lstStyle/>
          <a:p>
            <a:pPr marL="69850" marR="62230" indent="-70485" algn="ctr">
              <a:lnSpc>
                <a:spcPct val="116500"/>
              </a:lnSpc>
              <a:spcBef>
                <a:spcPts val="100"/>
              </a:spcBef>
            </a:pPr>
            <a:r>
              <a:rPr spc="175">
                <a:solidFill>
                  <a:srgbClr val="FF741F"/>
                </a:solidFill>
                <a:latin typeface="Arial" panose="020B0604020202020204" pitchFamily="34" charset="0"/>
                <a:cs typeface="Arial" panose="020B0604020202020204" pitchFamily="34" charset="0"/>
              </a:rPr>
              <a:t>For </a:t>
            </a:r>
            <a:r>
              <a:rPr spc="210">
                <a:solidFill>
                  <a:srgbClr val="FF741F"/>
                </a:solidFill>
                <a:latin typeface="Arial" panose="020B0604020202020204" pitchFamily="34" charset="0"/>
                <a:cs typeface="Arial" panose="020B0604020202020204" pitchFamily="34" charset="0"/>
              </a:rPr>
              <a:t>R250</a:t>
            </a:r>
            <a:endParaRPr>
              <a:latin typeface="Arial" panose="020B0604020202020204" pitchFamily="34" charset="0"/>
              <a:cs typeface="Arial" panose="020B0604020202020204" pitchFamily="34" charset="0"/>
            </a:endParaRPr>
          </a:p>
          <a:p>
            <a:pPr algn="ctr">
              <a:lnSpc>
                <a:spcPct val="100000"/>
              </a:lnSpc>
              <a:spcBef>
                <a:spcPts val="434"/>
              </a:spcBef>
            </a:pPr>
            <a:r>
              <a:rPr spc="125">
                <a:solidFill>
                  <a:srgbClr val="FF741F"/>
                </a:solidFill>
                <a:latin typeface="Arial" panose="020B0604020202020204" pitchFamily="34" charset="0"/>
                <a:cs typeface="Arial" panose="020B0604020202020204" pitchFamily="34" charset="0"/>
              </a:rPr>
              <a:t>Only!!</a:t>
            </a:r>
            <a:endParaRPr>
              <a:latin typeface="Arial" panose="020B0604020202020204" pitchFamily="34" charset="0"/>
              <a:cs typeface="Arial" panose="020B0604020202020204" pitchFamily="34" charset="0"/>
            </a:endParaRPr>
          </a:p>
        </p:txBody>
      </p:sp>
      <p:sp>
        <p:nvSpPr>
          <p:cNvPr id="14" name="object 14"/>
          <p:cNvSpPr txBox="1"/>
          <p:nvPr/>
        </p:nvSpPr>
        <p:spPr>
          <a:xfrm>
            <a:off x="10765341" y="3070681"/>
            <a:ext cx="840105" cy="989245"/>
          </a:xfrm>
          <a:prstGeom prst="rect">
            <a:avLst/>
          </a:prstGeom>
        </p:spPr>
        <p:txBody>
          <a:bodyPr vert="horz" wrap="square" lIns="0" tIns="12700" rIns="0" bIns="0" rtlCol="0">
            <a:spAutoFit/>
          </a:bodyPr>
          <a:lstStyle/>
          <a:p>
            <a:pPr marL="66675" marR="59055" indent="-70485" algn="ctr">
              <a:lnSpc>
                <a:spcPct val="116500"/>
              </a:lnSpc>
              <a:spcBef>
                <a:spcPts val="100"/>
              </a:spcBef>
            </a:pPr>
            <a:r>
              <a:rPr spc="175">
                <a:solidFill>
                  <a:srgbClr val="FF741F"/>
                </a:solidFill>
                <a:latin typeface="Arial" panose="020B0604020202020204" pitchFamily="34" charset="0"/>
                <a:cs typeface="Arial" panose="020B0604020202020204" pitchFamily="34" charset="0"/>
              </a:rPr>
              <a:t>For </a:t>
            </a:r>
            <a:r>
              <a:rPr spc="225">
                <a:solidFill>
                  <a:srgbClr val="FF741F"/>
                </a:solidFill>
                <a:latin typeface="Arial" panose="020B0604020202020204" pitchFamily="34" charset="0"/>
                <a:cs typeface="Arial" panose="020B0604020202020204" pitchFamily="34" charset="0"/>
              </a:rPr>
              <a:t>R200</a:t>
            </a:r>
            <a:endParaRPr>
              <a:latin typeface="Arial" panose="020B0604020202020204" pitchFamily="34" charset="0"/>
              <a:cs typeface="Arial" panose="020B0604020202020204" pitchFamily="34" charset="0"/>
            </a:endParaRPr>
          </a:p>
          <a:p>
            <a:pPr algn="ctr">
              <a:lnSpc>
                <a:spcPct val="100000"/>
              </a:lnSpc>
              <a:spcBef>
                <a:spcPts val="434"/>
              </a:spcBef>
            </a:pPr>
            <a:r>
              <a:rPr spc="125">
                <a:solidFill>
                  <a:srgbClr val="FF741F"/>
                </a:solidFill>
                <a:latin typeface="Arial" panose="020B0604020202020204" pitchFamily="34" charset="0"/>
                <a:cs typeface="Arial" panose="020B0604020202020204" pitchFamily="34" charset="0"/>
              </a:rPr>
              <a:t>Only!!</a:t>
            </a:r>
            <a:endParaRPr>
              <a:latin typeface="Arial" panose="020B0604020202020204" pitchFamily="34" charset="0"/>
              <a:cs typeface="Arial" panose="020B0604020202020204" pitchFamily="34" charset="0"/>
            </a:endParaRPr>
          </a:p>
        </p:txBody>
      </p:sp>
      <p:sp>
        <p:nvSpPr>
          <p:cNvPr id="15" name="object 15"/>
          <p:cNvSpPr txBox="1"/>
          <p:nvPr/>
        </p:nvSpPr>
        <p:spPr>
          <a:xfrm>
            <a:off x="16196505" y="2763801"/>
            <a:ext cx="840105" cy="989245"/>
          </a:xfrm>
          <a:prstGeom prst="rect">
            <a:avLst/>
          </a:prstGeom>
        </p:spPr>
        <p:txBody>
          <a:bodyPr vert="horz" wrap="square" lIns="0" tIns="12700" rIns="0" bIns="0" rtlCol="0">
            <a:spAutoFit/>
          </a:bodyPr>
          <a:lstStyle/>
          <a:p>
            <a:pPr marL="83185" marR="75565" indent="-70485" algn="ctr">
              <a:lnSpc>
                <a:spcPct val="116500"/>
              </a:lnSpc>
              <a:spcBef>
                <a:spcPts val="100"/>
              </a:spcBef>
            </a:pPr>
            <a:r>
              <a:rPr spc="175">
                <a:solidFill>
                  <a:srgbClr val="FF741F"/>
                </a:solidFill>
                <a:latin typeface="Arial" panose="020B0604020202020204" pitchFamily="34" charset="0"/>
                <a:cs typeface="Arial" panose="020B0604020202020204" pitchFamily="34" charset="0"/>
              </a:rPr>
              <a:t>For </a:t>
            </a:r>
            <a:r>
              <a:rPr spc="160">
                <a:solidFill>
                  <a:srgbClr val="FF741F"/>
                </a:solidFill>
                <a:latin typeface="Arial" panose="020B0604020202020204" pitchFamily="34" charset="0"/>
                <a:cs typeface="Arial" panose="020B0604020202020204" pitchFamily="34" charset="0"/>
              </a:rPr>
              <a:t>R150</a:t>
            </a:r>
            <a:endParaRPr>
              <a:latin typeface="Arial" panose="020B0604020202020204" pitchFamily="34" charset="0"/>
              <a:cs typeface="Arial" panose="020B0604020202020204" pitchFamily="34" charset="0"/>
            </a:endParaRPr>
          </a:p>
          <a:p>
            <a:pPr algn="ctr">
              <a:lnSpc>
                <a:spcPct val="100000"/>
              </a:lnSpc>
              <a:spcBef>
                <a:spcPts val="434"/>
              </a:spcBef>
            </a:pPr>
            <a:r>
              <a:rPr spc="125">
                <a:solidFill>
                  <a:srgbClr val="FF741F"/>
                </a:solidFill>
                <a:latin typeface="Arial" panose="020B0604020202020204" pitchFamily="34" charset="0"/>
                <a:cs typeface="Arial" panose="020B0604020202020204" pitchFamily="34" charset="0"/>
              </a:rPr>
              <a:t>Only!!</a:t>
            </a:r>
            <a:endParaRPr>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258299" cy="10286999"/>
          </a:xfrm>
          <a:prstGeom prst="rect">
            <a:avLst/>
          </a:prstGeom>
        </p:spPr>
      </p:pic>
      <p:sp>
        <p:nvSpPr>
          <p:cNvPr id="3" name="object 3" descr="$PPTXTitle"/>
          <p:cNvSpPr txBox="1">
            <a:spLocks noGrp="1"/>
          </p:cNvSpPr>
          <p:nvPr>
            <p:ph type="title"/>
          </p:nvPr>
        </p:nvSpPr>
        <p:spPr>
          <a:xfrm>
            <a:off x="10116421" y="2898843"/>
            <a:ext cx="6405245" cy="3482975"/>
          </a:xfrm>
          <a:prstGeom prst="rect">
            <a:avLst/>
          </a:prstGeom>
        </p:spPr>
        <p:txBody>
          <a:bodyPr vert="horz" wrap="square" lIns="0" tIns="12700" rIns="0" bIns="0" rtlCol="0">
            <a:spAutoFit/>
          </a:bodyPr>
          <a:lstStyle/>
          <a:p>
            <a:pPr marL="12700" marR="5080">
              <a:lnSpc>
                <a:spcPct val="116300"/>
              </a:lnSpc>
              <a:spcBef>
                <a:spcPts val="100"/>
              </a:spcBef>
            </a:pPr>
            <a:r>
              <a:rPr sz="6500" spc="545">
                <a:solidFill>
                  <a:srgbClr val="0F1C56"/>
                </a:solidFill>
              </a:rPr>
              <a:t>Information </a:t>
            </a:r>
            <a:r>
              <a:rPr sz="6500" spc="605">
                <a:solidFill>
                  <a:srgbClr val="0F1C56"/>
                </a:solidFill>
              </a:rPr>
              <a:t>Communication </a:t>
            </a:r>
            <a:r>
              <a:rPr sz="6500" spc="690">
                <a:solidFill>
                  <a:srgbClr val="0F1C56"/>
                </a:solidFill>
              </a:rPr>
              <a:t>Technology</a:t>
            </a:r>
            <a:endParaRPr sz="65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ABOUT US</vt:lpstr>
      <vt:lpstr>OUR TEAM</vt:lpstr>
      <vt:lpstr>BUSINESS  PROBLEM</vt:lpstr>
      <vt:lpstr>For R150 only!!</vt:lpstr>
      <vt:lpstr>STATISTICS A survey was passed to 28 student to check if they would like to wear them an if they would afford them.The results we received were used to check our revenue growth and return on investment</vt:lpstr>
      <vt:lpstr>SURVEY RESULTS</vt:lpstr>
      <vt:lpstr>SURVEY RESULTS</vt:lpstr>
      <vt:lpstr>WEB APPLICATION</vt:lpstr>
      <vt:lpstr>WEB APPLICATION</vt:lpstr>
      <vt:lpstr>CORPORATE COLORS</vt:lpstr>
      <vt:lpstr>SECONDARY COLORS</vt:lpstr>
      <vt:lpstr>PROFESSIONAL LOGO USAGE</vt:lpstr>
      <vt:lpstr>UNPROFESSIONAL LOGO USAGE</vt:lpstr>
      <vt:lpstr>BRAND TYPOGRAPHY</vt:lpstr>
      <vt:lpstr>OUR PRODUCTS</vt:lpstr>
      <vt:lpstr>OUR PRODUCTS</vt:lpstr>
      <vt:lpstr>Information Communication Technology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BRANDED</dc:title>
  <dc:creator>Athini Ngquke</dc:creator>
  <cp:keywords>DAHHhHfznWc,BAGKildpjRc</cp:keywords>
  <cp:revision>25</cp:revision>
  <dcterms:created xsi:type="dcterms:W3CDTF">2026-07-14T16:48:38Z</dcterms:created>
  <dcterms:modified xsi:type="dcterms:W3CDTF">2026-07-22T12:53:08Z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2026-07-14T00:00:00Z</vt:filetime>
  </property>
  <property fmtid="{D5CDD505-2E9C-101B-9397-08002B2CF9AE}" pid="4" name="Creator">
    <vt:lpwstr>Canva</vt:lpwstr>
  </property>
  <property fmtid="{D5CDD505-2E9C-101B-9397-08002B2CF9AE}" pid="5" name="LastSaved">
    <vt:filetime>2026-07-14T00:00:00Z</vt:filetime>
  </property>
  <property fmtid="{D5CDD505-2E9C-101B-9397-08002B2CF9AE}" pid="6" name="Producer">
    <vt:lpwstr>Canva</vt:lpwstr>
  </property>
</Properties>
</file>